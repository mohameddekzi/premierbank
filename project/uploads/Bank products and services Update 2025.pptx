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5143500" cx="9144000"/>
  <p:notesSz cx="6858000" cy="9144000"/>
  <p:embeddedFontLst>
    <p:embeddedFont>
      <p:font typeface="Merriweather Sans"/>
      <p:regular r:id="rId51"/>
      <p:bold r:id="rId52"/>
      <p:italic r:id="rId53"/>
      <p:boldItalic r:id="rId54"/>
    </p:embeddedFont>
    <p:embeddedFont>
      <p:font typeface="Play"/>
      <p:regular r:id="rId55"/>
      <p:bold r:id="rId56"/>
    </p:embeddedFont>
    <p:embeddedFont>
      <p:font typeface="Bilbo"/>
      <p:regular r:id="rId57"/>
    </p:embeddedFont>
    <p:embeddedFont>
      <p:font typeface="Lexend Light"/>
      <p:regular r:id="rId58"/>
      <p:bold r:id="rId59"/>
    </p:embeddedFont>
    <p:embeddedFont>
      <p:font typeface="Garamond"/>
      <p:regular r:id="rId60"/>
      <p:bold r:id="rId61"/>
      <p:italic r:id="rId62"/>
      <p:boldItalic r:id="rId63"/>
    </p:embeddedFont>
    <p:embeddedFont>
      <p:font typeface="Montserrat"/>
      <p:regular r:id="rId64"/>
      <p:bold r:id="rId65"/>
      <p:italic r:id="rId66"/>
      <p:boldItalic r:id="rId67"/>
    </p:embeddedFont>
    <p:embeddedFont>
      <p:font typeface="Helvetica Neue Light"/>
      <p:regular r:id="rId68"/>
      <p:bold r:id="rId69"/>
      <p:italic r:id="rId70"/>
      <p:boldItalic r:id="rId71"/>
    </p:embeddedFont>
    <p:embeddedFont>
      <p:font typeface="Gill Sans"/>
      <p:regular r:id="rId72"/>
      <p:bold r:id="rId73"/>
    </p:embeddedFont>
    <p:embeddedFont>
      <p:font typeface="Sigmar One"/>
      <p:regular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5" roundtripDataSignature="AMtx7mhV2mQ2smk16FTawkSzUwgZxNwi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GillSans-bold.fntdata"/><Relationship Id="rId72" Type="http://schemas.openxmlformats.org/officeDocument/2006/relationships/font" Target="fonts/GillSans-regular.fntdata"/><Relationship Id="rId31" Type="http://schemas.openxmlformats.org/officeDocument/2006/relationships/slide" Target="slides/slide26.xml"/><Relationship Id="rId75" Type="http://customschemas.google.com/relationships/presentationmetadata" Target="metadata"/><Relationship Id="rId30" Type="http://schemas.openxmlformats.org/officeDocument/2006/relationships/slide" Target="slides/slide25.xml"/><Relationship Id="rId74" Type="http://schemas.openxmlformats.org/officeDocument/2006/relationships/font" Target="fonts/SigmarOne-regular.fntdata"/><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HelveticaNeueLight-boldItalic.fntdata"/><Relationship Id="rId70" Type="http://schemas.openxmlformats.org/officeDocument/2006/relationships/font" Target="fonts/HelveticaNeueLight-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Garamond-italic.fntdata"/><Relationship Id="rId61" Type="http://schemas.openxmlformats.org/officeDocument/2006/relationships/font" Target="fonts/Garamond-bold.fntdata"/><Relationship Id="rId20" Type="http://schemas.openxmlformats.org/officeDocument/2006/relationships/slide" Target="slides/slide15.xml"/><Relationship Id="rId64" Type="http://schemas.openxmlformats.org/officeDocument/2006/relationships/font" Target="fonts/Montserrat-regular.fntdata"/><Relationship Id="rId63" Type="http://schemas.openxmlformats.org/officeDocument/2006/relationships/font" Target="fonts/Garamond-boldItalic.fntdata"/><Relationship Id="rId22" Type="http://schemas.openxmlformats.org/officeDocument/2006/relationships/slide" Target="slides/slide17.xml"/><Relationship Id="rId66" Type="http://schemas.openxmlformats.org/officeDocument/2006/relationships/font" Target="fonts/Montserrat-italic.fntdata"/><Relationship Id="rId21" Type="http://schemas.openxmlformats.org/officeDocument/2006/relationships/slide" Target="slides/slide16.xml"/><Relationship Id="rId65" Type="http://schemas.openxmlformats.org/officeDocument/2006/relationships/font" Target="fonts/Montserrat-bold.fntdata"/><Relationship Id="rId24" Type="http://schemas.openxmlformats.org/officeDocument/2006/relationships/slide" Target="slides/slide19.xml"/><Relationship Id="rId68" Type="http://schemas.openxmlformats.org/officeDocument/2006/relationships/font" Target="fonts/HelveticaNeueLight-regular.fntdata"/><Relationship Id="rId23" Type="http://schemas.openxmlformats.org/officeDocument/2006/relationships/slide" Target="slides/slide18.xml"/><Relationship Id="rId67" Type="http://schemas.openxmlformats.org/officeDocument/2006/relationships/font" Target="fonts/Montserrat-boldItalic.fntdata"/><Relationship Id="rId60" Type="http://schemas.openxmlformats.org/officeDocument/2006/relationships/font" Target="fonts/Garamond-regular.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HelveticaNeueLight-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erriweatherSans-regular.fntdata"/><Relationship Id="rId50" Type="http://schemas.openxmlformats.org/officeDocument/2006/relationships/slide" Target="slides/slide45.xml"/><Relationship Id="rId53" Type="http://schemas.openxmlformats.org/officeDocument/2006/relationships/font" Target="fonts/MerriweatherSans-italic.fntdata"/><Relationship Id="rId52" Type="http://schemas.openxmlformats.org/officeDocument/2006/relationships/font" Target="fonts/MerriweatherSans-bold.fntdata"/><Relationship Id="rId11" Type="http://schemas.openxmlformats.org/officeDocument/2006/relationships/slide" Target="slides/slide6.xml"/><Relationship Id="rId55" Type="http://schemas.openxmlformats.org/officeDocument/2006/relationships/font" Target="fonts/Play-regular.fntdata"/><Relationship Id="rId10" Type="http://schemas.openxmlformats.org/officeDocument/2006/relationships/slide" Target="slides/slide5.xml"/><Relationship Id="rId54" Type="http://schemas.openxmlformats.org/officeDocument/2006/relationships/font" Target="fonts/MerriweatherSans-boldItalic.fntdata"/><Relationship Id="rId13" Type="http://schemas.openxmlformats.org/officeDocument/2006/relationships/slide" Target="slides/slide8.xml"/><Relationship Id="rId57" Type="http://schemas.openxmlformats.org/officeDocument/2006/relationships/font" Target="fonts/Bilbo-regular.fntdata"/><Relationship Id="rId12" Type="http://schemas.openxmlformats.org/officeDocument/2006/relationships/slide" Target="slides/slide7.xml"/><Relationship Id="rId56" Type="http://schemas.openxmlformats.org/officeDocument/2006/relationships/font" Target="fonts/Play-bold.fntdata"/><Relationship Id="rId15" Type="http://schemas.openxmlformats.org/officeDocument/2006/relationships/slide" Target="slides/slide10.xml"/><Relationship Id="rId59" Type="http://schemas.openxmlformats.org/officeDocument/2006/relationships/font" Target="fonts/LexendLight-bold.fntdata"/><Relationship Id="rId14" Type="http://schemas.openxmlformats.org/officeDocument/2006/relationships/slide" Target="slides/slide9.xml"/><Relationship Id="rId58" Type="http://schemas.openxmlformats.org/officeDocument/2006/relationships/font" Target="fonts/LexendLight-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2200" u="none" cap="none" strike="noStrike">
                <a:solidFill>
                  <a:srgbClr val="000000"/>
                </a:solidFill>
                <a:latin typeface="Merriweather Sans"/>
                <a:ea typeface="Merriweather Sans"/>
                <a:cs typeface="Merriweather Sans"/>
                <a:sym typeface="Merriweather Sans"/>
              </a:defRPr>
            </a:lvl1pPr>
            <a:lvl2pPr indent="-228600" lvl="1" marL="914400" marR="0" rtl="0" algn="l">
              <a:lnSpc>
                <a:spcPct val="100000"/>
              </a:lnSpc>
              <a:spcBef>
                <a:spcPts val="0"/>
              </a:spcBef>
              <a:spcAft>
                <a:spcPts val="0"/>
              </a:spcAft>
              <a:buClr>
                <a:srgbClr val="000000"/>
              </a:buClr>
              <a:buSzPts val="1400"/>
              <a:buFont typeface="Arial"/>
              <a:buNone/>
              <a:defRPr b="0" i="0" sz="2200" u="none" cap="none" strike="noStrike">
                <a:solidFill>
                  <a:srgbClr val="000000"/>
                </a:solidFill>
                <a:latin typeface="Merriweather Sans"/>
                <a:ea typeface="Merriweather Sans"/>
                <a:cs typeface="Merriweather Sans"/>
                <a:sym typeface="Merriweather Sans"/>
              </a:defRPr>
            </a:lvl2pPr>
            <a:lvl3pPr indent="-228600" lvl="2" marL="1371600" marR="0" rtl="0" algn="l">
              <a:lnSpc>
                <a:spcPct val="100000"/>
              </a:lnSpc>
              <a:spcBef>
                <a:spcPts val="0"/>
              </a:spcBef>
              <a:spcAft>
                <a:spcPts val="0"/>
              </a:spcAft>
              <a:buClr>
                <a:srgbClr val="000000"/>
              </a:buClr>
              <a:buSzPts val="1400"/>
              <a:buFont typeface="Arial"/>
              <a:buNone/>
              <a:defRPr b="0" i="0" sz="2200" u="none" cap="none" strike="noStrike">
                <a:solidFill>
                  <a:srgbClr val="000000"/>
                </a:solidFill>
                <a:latin typeface="Merriweather Sans"/>
                <a:ea typeface="Merriweather Sans"/>
                <a:cs typeface="Merriweather Sans"/>
                <a:sym typeface="Merriweather Sans"/>
              </a:defRPr>
            </a:lvl3pPr>
            <a:lvl4pPr indent="-228600" lvl="3" marL="1828800" marR="0" rtl="0" algn="l">
              <a:lnSpc>
                <a:spcPct val="100000"/>
              </a:lnSpc>
              <a:spcBef>
                <a:spcPts val="0"/>
              </a:spcBef>
              <a:spcAft>
                <a:spcPts val="0"/>
              </a:spcAft>
              <a:buClr>
                <a:srgbClr val="000000"/>
              </a:buClr>
              <a:buSzPts val="1400"/>
              <a:buFont typeface="Arial"/>
              <a:buNone/>
              <a:defRPr b="0" i="0" sz="2200" u="none" cap="none" strike="noStrike">
                <a:solidFill>
                  <a:srgbClr val="000000"/>
                </a:solidFill>
                <a:latin typeface="Merriweather Sans"/>
                <a:ea typeface="Merriweather Sans"/>
                <a:cs typeface="Merriweather Sans"/>
                <a:sym typeface="Merriweather Sans"/>
              </a:defRPr>
            </a:lvl4pPr>
            <a:lvl5pPr indent="-228600" lvl="4" marL="2286000" marR="0" rtl="0" algn="l">
              <a:lnSpc>
                <a:spcPct val="100000"/>
              </a:lnSpc>
              <a:spcBef>
                <a:spcPts val="0"/>
              </a:spcBef>
              <a:spcAft>
                <a:spcPts val="0"/>
              </a:spcAft>
              <a:buClr>
                <a:srgbClr val="000000"/>
              </a:buClr>
              <a:buSzPts val="1400"/>
              <a:buFont typeface="Arial"/>
              <a:buNone/>
              <a:defRPr b="0" i="0" sz="2200" u="none" cap="none" strike="noStrike">
                <a:solidFill>
                  <a:srgbClr val="000000"/>
                </a:solidFill>
                <a:latin typeface="Merriweather Sans"/>
                <a:ea typeface="Merriweather Sans"/>
                <a:cs typeface="Merriweather Sans"/>
                <a:sym typeface="Merriweather Sans"/>
              </a:defRPr>
            </a:lvl5pPr>
            <a:lvl6pPr indent="-228600" lvl="5" marL="2743200" marR="0" rtl="0" algn="l">
              <a:lnSpc>
                <a:spcPct val="100000"/>
              </a:lnSpc>
              <a:spcBef>
                <a:spcPts val="0"/>
              </a:spcBef>
              <a:spcAft>
                <a:spcPts val="0"/>
              </a:spcAft>
              <a:buClr>
                <a:srgbClr val="000000"/>
              </a:buClr>
              <a:buSzPts val="1400"/>
              <a:buFont typeface="Arial"/>
              <a:buNone/>
              <a:defRPr b="0" i="0" sz="2200" u="none" cap="none" strike="noStrike">
                <a:solidFill>
                  <a:srgbClr val="000000"/>
                </a:solidFill>
                <a:latin typeface="Merriweather Sans"/>
                <a:ea typeface="Merriweather Sans"/>
                <a:cs typeface="Merriweather Sans"/>
                <a:sym typeface="Merriweather Sans"/>
              </a:defRPr>
            </a:lvl6pPr>
            <a:lvl7pPr indent="-228600" lvl="6" marL="3200400" marR="0" rtl="0" algn="l">
              <a:lnSpc>
                <a:spcPct val="100000"/>
              </a:lnSpc>
              <a:spcBef>
                <a:spcPts val="0"/>
              </a:spcBef>
              <a:spcAft>
                <a:spcPts val="0"/>
              </a:spcAft>
              <a:buClr>
                <a:srgbClr val="000000"/>
              </a:buClr>
              <a:buSzPts val="1400"/>
              <a:buFont typeface="Arial"/>
              <a:buNone/>
              <a:defRPr b="0" i="0" sz="2200" u="none" cap="none" strike="noStrike">
                <a:solidFill>
                  <a:srgbClr val="000000"/>
                </a:solidFill>
                <a:latin typeface="Merriweather Sans"/>
                <a:ea typeface="Merriweather Sans"/>
                <a:cs typeface="Merriweather Sans"/>
                <a:sym typeface="Merriweather Sans"/>
              </a:defRPr>
            </a:lvl7pPr>
            <a:lvl8pPr indent="-228600" lvl="7" marL="3657600" marR="0" rtl="0" algn="l">
              <a:lnSpc>
                <a:spcPct val="100000"/>
              </a:lnSpc>
              <a:spcBef>
                <a:spcPts val="0"/>
              </a:spcBef>
              <a:spcAft>
                <a:spcPts val="0"/>
              </a:spcAft>
              <a:buClr>
                <a:srgbClr val="000000"/>
              </a:buClr>
              <a:buSzPts val="1400"/>
              <a:buFont typeface="Arial"/>
              <a:buNone/>
              <a:defRPr b="0" i="0" sz="2200" u="none" cap="none" strike="noStrike">
                <a:solidFill>
                  <a:srgbClr val="000000"/>
                </a:solidFill>
                <a:latin typeface="Merriweather Sans"/>
                <a:ea typeface="Merriweather Sans"/>
                <a:cs typeface="Merriweather Sans"/>
                <a:sym typeface="Merriweather Sans"/>
              </a:defRPr>
            </a:lvl8pPr>
            <a:lvl9pPr indent="-228600" lvl="8" marL="4114800" marR="0" rtl="0" algn="l">
              <a:lnSpc>
                <a:spcPct val="100000"/>
              </a:lnSpc>
              <a:spcBef>
                <a:spcPts val="0"/>
              </a:spcBef>
              <a:spcAft>
                <a:spcPts val="0"/>
              </a:spcAft>
              <a:buClr>
                <a:srgbClr val="000000"/>
              </a:buClr>
              <a:buSzPts val="1400"/>
              <a:buFont typeface="Arial"/>
              <a:buNone/>
              <a:defRPr b="0" i="0" sz="2200" u="none" cap="none" strike="noStrike">
                <a:solidFill>
                  <a:srgbClr val="000000"/>
                </a:solidFill>
                <a:latin typeface="Merriweather Sans"/>
                <a:ea typeface="Merriweather Sans"/>
                <a:cs typeface="Merriweather Sans"/>
                <a:sym typeface="Merriweather Sans"/>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 name="Google Shape;11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 name="Google Shape;132;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d4eea483ff_0_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g1d4eea483ff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2" name="Google Shape;262;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8" name="Google Shape;298;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0" name="Google Shape;310;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0" name="Google Shape;320;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4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0" name="Google Shape;330;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4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3" name="Google Shape;353;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5" name="Google Shape;365;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7" name="Google Shape;377;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4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8" name="Google Shape;388;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4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9" name="Google Shape;399;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4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7" name="Google Shape;417;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5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5" name="Google Shape;435;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5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5" name="Google Shape;445;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5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5" name="Google Shape;455;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5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5" name="Google Shape;465;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5" name="Google Shape;475;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5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5" name="Google Shape;485;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5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0" name="Google Shape;510;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5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5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5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6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8" name="Google Shape;558;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6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9" name="Google Shape;569;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6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0" name="Google Shape;580;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6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2" name="Google Shape;602;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6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8" name="Google Shape;618;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6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0" name="Google Shape;630;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6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2" name="Google Shape;642;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6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3" name="Google Shape;653;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6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5" name="Google Shape;665;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8" name="Google Shape;67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 Title and Content" type="tx">
  <p:cSld name="TITLE_AND_BODY">
    <p:spTree>
      <p:nvGrpSpPr>
        <p:cNvPr id="9" name="Shape 9"/>
        <p:cNvGrpSpPr/>
        <p:nvPr/>
      </p:nvGrpSpPr>
      <p:grpSpPr>
        <a:xfrm>
          <a:off x="0" y="0"/>
          <a:ext cx="0" cy="0"/>
          <a:chOff x="0" y="0"/>
          <a:chExt cx="0" cy="0"/>
        </a:xfrm>
      </p:grpSpPr>
      <p:sp>
        <p:nvSpPr>
          <p:cNvPr id="10" name="Google Shape;10;p24"/>
          <p:cNvSpPr txBox="1"/>
          <p:nvPr>
            <p:ph type="title"/>
          </p:nvPr>
        </p:nvSpPr>
        <p:spPr>
          <a:xfrm>
            <a:off x="457200" y="206375"/>
            <a:ext cx="8228013" cy="993775"/>
          </a:xfrm>
          <a:prstGeom prst="rect">
            <a:avLst/>
          </a:prstGeom>
          <a:noFill/>
          <a:ln>
            <a:noFill/>
          </a:ln>
        </p:spPr>
        <p:txBody>
          <a:bodyPr anchorCtr="0" anchor="t" bIns="25400" lIns="25400" spcFirstLastPara="1" rIns="25400" wrap="square" tIns="25400">
            <a:no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1" name="Google Shape;11;p24"/>
          <p:cNvSpPr txBox="1"/>
          <p:nvPr>
            <p:ph idx="1" type="body"/>
          </p:nvPr>
        </p:nvSpPr>
        <p:spPr>
          <a:xfrm>
            <a:off x="457200" y="1200150"/>
            <a:ext cx="8228013" cy="3943350"/>
          </a:xfrm>
          <a:prstGeom prst="rect">
            <a:avLst/>
          </a:prstGeom>
          <a:noFill/>
          <a:ln>
            <a:noFill/>
          </a:ln>
        </p:spPr>
        <p:txBody>
          <a:bodyPr anchorCtr="0" anchor="t" bIns="25400" lIns="25400" spcFirstLastPara="1" rIns="25400" wrap="square" tIns="25400">
            <a:noAutofit/>
          </a:bodyPr>
          <a:lstStyle>
            <a:lvl1pPr indent="-314325" lvl="0" marL="457200" algn="l">
              <a:lnSpc>
                <a:spcPct val="100000"/>
              </a:lnSpc>
              <a:spcBef>
                <a:spcPts val="2600"/>
              </a:spcBef>
              <a:spcAft>
                <a:spcPts val="0"/>
              </a:spcAft>
              <a:buSzPts val="1350"/>
              <a:buChar char="•"/>
              <a:defRPr/>
            </a:lvl1pPr>
            <a:lvl2pPr indent="-314325" lvl="1" marL="914400" algn="l">
              <a:lnSpc>
                <a:spcPct val="100000"/>
              </a:lnSpc>
              <a:spcBef>
                <a:spcPts val="2600"/>
              </a:spcBef>
              <a:spcAft>
                <a:spcPts val="0"/>
              </a:spcAft>
              <a:buSzPts val="1350"/>
              <a:buChar char="•"/>
              <a:defRPr/>
            </a:lvl2pPr>
            <a:lvl3pPr indent="-314325" lvl="2" marL="1371600" algn="l">
              <a:lnSpc>
                <a:spcPct val="100000"/>
              </a:lnSpc>
              <a:spcBef>
                <a:spcPts val="2600"/>
              </a:spcBef>
              <a:spcAft>
                <a:spcPts val="0"/>
              </a:spcAft>
              <a:buSzPts val="1350"/>
              <a:buChar char="•"/>
              <a:defRPr/>
            </a:lvl3pPr>
            <a:lvl4pPr indent="-314325" lvl="3" marL="1828800" algn="l">
              <a:lnSpc>
                <a:spcPct val="100000"/>
              </a:lnSpc>
              <a:spcBef>
                <a:spcPts val="2600"/>
              </a:spcBef>
              <a:spcAft>
                <a:spcPts val="0"/>
              </a:spcAft>
              <a:buSzPts val="1350"/>
              <a:buChar char="•"/>
              <a:defRPr/>
            </a:lvl4pPr>
            <a:lvl5pPr indent="-314325" lvl="4" marL="2286000" algn="l">
              <a:lnSpc>
                <a:spcPct val="100000"/>
              </a:lnSpc>
              <a:spcBef>
                <a:spcPts val="2600"/>
              </a:spcBef>
              <a:spcAft>
                <a:spcPts val="0"/>
              </a:spcAft>
              <a:buSzPts val="1350"/>
              <a:buChar char="•"/>
              <a:defRPr/>
            </a:lvl5pPr>
            <a:lvl6pPr indent="-314325" lvl="5" marL="2743200" algn="l">
              <a:lnSpc>
                <a:spcPct val="100000"/>
              </a:lnSpc>
              <a:spcBef>
                <a:spcPts val="2600"/>
              </a:spcBef>
              <a:spcAft>
                <a:spcPts val="0"/>
              </a:spcAft>
              <a:buSzPts val="1350"/>
              <a:buChar char="•"/>
              <a:defRPr/>
            </a:lvl6pPr>
            <a:lvl7pPr indent="-314325" lvl="6" marL="3200400" algn="l">
              <a:lnSpc>
                <a:spcPct val="100000"/>
              </a:lnSpc>
              <a:spcBef>
                <a:spcPts val="2600"/>
              </a:spcBef>
              <a:spcAft>
                <a:spcPts val="0"/>
              </a:spcAft>
              <a:buSzPts val="1350"/>
              <a:buChar char="•"/>
              <a:defRPr/>
            </a:lvl7pPr>
            <a:lvl8pPr indent="-314325" lvl="7" marL="3657600" algn="l">
              <a:lnSpc>
                <a:spcPct val="100000"/>
              </a:lnSpc>
              <a:spcBef>
                <a:spcPts val="2600"/>
              </a:spcBef>
              <a:spcAft>
                <a:spcPts val="0"/>
              </a:spcAft>
              <a:buSzPts val="1350"/>
              <a:buChar char="•"/>
              <a:defRPr/>
            </a:lvl8pPr>
            <a:lvl9pPr indent="-314325" lvl="8" marL="4114800" algn="l">
              <a:lnSpc>
                <a:spcPct val="100000"/>
              </a:lnSpc>
              <a:spcBef>
                <a:spcPts val="2600"/>
              </a:spcBef>
              <a:spcAft>
                <a:spcPts val="0"/>
              </a:spcAft>
              <a:buSzPts val="1350"/>
              <a:buChar char="•"/>
              <a:defRPr/>
            </a:lvl9pPr>
          </a:lstStyle>
          <a:p/>
        </p:txBody>
      </p:sp>
      <p:sp>
        <p:nvSpPr>
          <p:cNvPr id="12" name="Google Shape;12;p24"/>
          <p:cNvSpPr txBox="1"/>
          <p:nvPr>
            <p:ph idx="12" type="sldNum"/>
          </p:nvPr>
        </p:nvSpPr>
        <p:spPr>
          <a:xfrm>
            <a:off x="4248150" y="4673600"/>
            <a:ext cx="647700" cy="723900"/>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efault - Title and Content">
  <p:cSld name="1_Default - Title and Content">
    <p:spTree>
      <p:nvGrpSpPr>
        <p:cNvPr id="13" name="Shape 13"/>
        <p:cNvGrpSpPr/>
        <p:nvPr/>
      </p:nvGrpSpPr>
      <p:grpSpPr>
        <a:xfrm>
          <a:off x="0" y="0"/>
          <a:ext cx="0" cy="0"/>
          <a:chOff x="0" y="0"/>
          <a:chExt cx="0" cy="0"/>
        </a:xfrm>
      </p:grpSpPr>
      <p:sp>
        <p:nvSpPr>
          <p:cNvPr id="14" name="Google Shape;14;p25"/>
          <p:cNvSpPr txBox="1"/>
          <p:nvPr>
            <p:ph type="title"/>
          </p:nvPr>
        </p:nvSpPr>
        <p:spPr>
          <a:xfrm>
            <a:off x="457200" y="206375"/>
            <a:ext cx="8228013" cy="993775"/>
          </a:xfrm>
          <a:prstGeom prst="rect">
            <a:avLst/>
          </a:prstGeom>
          <a:noFill/>
          <a:ln>
            <a:noFill/>
          </a:ln>
        </p:spPr>
        <p:txBody>
          <a:bodyPr anchorCtr="0" anchor="t" bIns="25400" lIns="25400" spcFirstLastPara="1" rIns="25400" wrap="square" tIns="25400">
            <a:no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5" name="Google Shape;15;p25"/>
          <p:cNvSpPr txBox="1"/>
          <p:nvPr>
            <p:ph idx="1" type="body"/>
          </p:nvPr>
        </p:nvSpPr>
        <p:spPr>
          <a:xfrm>
            <a:off x="457200" y="1200150"/>
            <a:ext cx="8228013" cy="3943350"/>
          </a:xfrm>
          <a:prstGeom prst="rect">
            <a:avLst/>
          </a:prstGeom>
          <a:noFill/>
          <a:ln>
            <a:noFill/>
          </a:ln>
        </p:spPr>
        <p:txBody>
          <a:bodyPr anchorCtr="0" anchor="t" bIns="25400" lIns="25400" spcFirstLastPara="1" rIns="25400" wrap="square" tIns="25400">
            <a:noAutofit/>
          </a:bodyPr>
          <a:lstStyle>
            <a:lvl1pPr indent="-314325" lvl="0" marL="457200" algn="l">
              <a:lnSpc>
                <a:spcPct val="100000"/>
              </a:lnSpc>
              <a:spcBef>
                <a:spcPts val="2600"/>
              </a:spcBef>
              <a:spcAft>
                <a:spcPts val="0"/>
              </a:spcAft>
              <a:buSzPts val="1350"/>
              <a:buChar char="•"/>
              <a:defRPr/>
            </a:lvl1pPr>
            <a:lvl2pPr indent="-314325" lvl="1" marL="914400" algn="l">
              <a:lnSpc>
                <a:spcPct val="100000"/>
              </a:lnSpc>
              <a:spcBef>
                <a:spcPts val="2600"/>
              </a:spcBef>
              <a:spcAft>
                <a:spcPts val="0"/>
              </a:spcAft>
              <a:buSzPts val="1350"/>
              <a:buChar char="•"/>
              <a:defRPr/>
            </a:lvl2pPr>
            <a:lvl3pPr indent="-314325" lvl="2" marL="1371600" algn="l">
              <a:lnSpc>
                <a:spcPct val="100000"/>
              </a:lnSpc>
              <a:spcBef>
                <a:spcPts val="2600"/>
              </a:spcBef>
              <a:spcAft>
                <a:spcPts val="0"/>
              </a:spcAft>
              <a:buSzPts val="1350"/>
              <a:buChar char="•"/>
              <a:defRPr/>
            </a:lvl3pPr>
            <a:lvl4pPr indent="-314325" lvl="3" marL="1828800" algn="l">
              <a:lnSpc>
                <a:spcPct val="100000"/>
              </a:lnSpc>
              <a:spcBef>
                <a:spcPts val="2600"/>
              </a:spcBef>
              <a:spcAft>
                <a:spcPts val="0"/>
              </a:spcAft>
              <a:buSzPts val="1350"/>
              <a:buChar char="•"/>
              <a:defRPr/>
            </a:lvl4pPr>
            <a:lvl5pPr indent="-314325" lvl="4" marL="2286000" algn="l">
              <a:lnSpc>
                <a:spcPct val="100000"/>
              </a:lnSpc>
              <a:spcBef>
                <a:spcPts val="2600"/>
              </a:spcBef>
              <a:spcAft>
                <a:spcPts val="0"/>
              </a:spcAft>
              <a:buSzPts val="1350"/>
              <a:buChar char="•"/>
              <a:defRPr/>
            </a:lvl5pPr>
            <a:lvl6pPr indent="-314325" lvl="5" marL="2743200" algn="l">
              <a:lnSpc>
                <a:spcPct val="100000"/>
              </a:lnSpc>
              <a:spcBef>
                <a:spcPts val="2600"/>
              </a:spcBef>
              <a:spcAft>
                <a:spcPts val="0"/>
              </a:spcAft>
              <a:buSzPts val="1350"/>
              <a:buChar char="•"/>
              <a:defRPr/>
            </a:lvl6pPr>
            <a:lvl7pPr indent="-314325" lvl="6" marL="3200400" algn="l">
              <a:lnSpc>
                <a:spcPct val="100000"/>
              </a:lnSpc>
              <a:spcBef>
                <a:spcPts val="2600"/>
              </a:spcBef>
              <a:spcAft>
                <a:spcPts val="0"/>
              </a:spcAft>
              <a:buSzPts val="1350"/>
              <a:buChar char="•"/>
              <a:defRPr/>
            </a:lvl7pPr>
            <a:lvl8pPr indent="-314325" lvl="7" marL="3657600" algn="l">
              <a:lnSpc>
                <a:spcPct val="100000"/>
              </a:lnSpc>
              <a:spcBef>
                <a:spcPts val="2600"/>
              </a:spcBef>
              <a:spcAft>
                <a:spcPts val="0"/>
              </a:spcAft>
              <a:buSzPts val="1350"/>
              <a:buChar char="•"/>
              <a:defRPr/>
            </a:lvl8pPr>
            <a:lvl9pPr indent="-314325" lvl="8" marL="4114800" algn="l">
              <a:lnSpc>
                <a:spcPct val="100000"/>
              </a:lnSpc>
              <a:spcBef>
                <a:spcPts val="2600"/>
              </a:spcBef>
              <a:spcAft>
                <a:spcPts val="0"/>
              </a:spcAft>
              <a:buSzPts val="1350"/>
              <a:buChar char="•"/>
              <a:defRPr/>
            </a:lvl9pPr>
          </a:lstStyle>
          <a:p/>
        </p:txBody>
      </p:sp>
      <p:sp>
        <p:nvSpPr>
          <p:cNvPr id="16" name="Google Shape;16;p25"/>
          <p:cNvSpPr txBox="1"/>
          <p:nvPr>
            <p:ph idx="12" type="sldNum"/>
          </p:nvPr>
        </p:nvSpPr>
        <p:spPr>
          <a:xfrm>
            <a:off x="4248150" y="4673600"/>
            <a:ext cx="647700" cy="723900"/>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 Title and Content copy 2">
  <p:cSld name="Default - Title and Content copy 2">
    <p:spTree>
      <p:nvGrpSpPr>
        <p:cNvPr id="17" name="Shape 17"/>
        <p:cNvGrpSpPr/>
        <p:nvPr/>
      </p:nvGrpSpPr>
      <p:grpSpPr>
        <a:xfrm>
          <a:off x="0" y="0"/>
          <a:ext cx="0" cy="0"/>
          <a:chOff x="0" y="0"/>
          <a:chExt cx="0" cy="0"/>
        </a:xfrm>
      </p:grpSpPr>
      <p:sp>
        <p:nvSpPr>
          <p:cNvPr id="18" name="Google Shape;18;p26"/>
          <p:cNvSpPr txBox="1"/>
          <p:nvPr>
            <p:ph type="title"/>
          </p:nvPr>
        </p:nvSpPr>
        <p:spPr>
          <a:xfrm>
            <a:off x="457200" y="206375"/>
            <a:ext cx="8228013" cy="993775"/>
          </a:xfrm>
          <a:prstGeom prst="rect">
            <a:avLst/>
          </a:prstGeom>
          <a:noFill/>
          <a:ln>
            <a:noFill/>
          </a:ln>
        </p:spPr>
        <p:txBody>
          <a:bodyPr anchorCtr="0" anchor="t" bIns="25400" lIns="25400" spcFirstLastPara="1" rIns="25400" wrap="square" tIns="25400">
            <a:no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9" name="Google Shape;19;p26"/>
          <p:cNvSpPr txBox="1"/>
          <p:nvPr>
            <p:ph idx="1" type="body"/>
          </p:nvPr>
        </p:nvSpPr>
        <p:spPr>
          <a:xfrm>
            <a:off x="457200" y="1200150"/>
            <a:ext cx="8228013" cy="3943350"/>
          </a:xfrm>
          <a:prstGeom prst="rect">
            <a:avLst/>
          </a:prstGeom>
          <a:noFill/>
          <a:ln>
            <a:noFill/>
          </a:ln>
        </p:spPr>
        <p:txBody>
          <a:bodyPr anchorCtr="0" anchor="t" bIns="25400" lIns="25400" spcFirstLastPara="1" rIns="25400" wrap="square" tIns="25400">
            <a:noAutofit/>
          </a:bodyPr>
          <a:lstStyle>
            <a:lvl1pPr indent="-314325" lvl="0" marL="457200" algn="l">
              <a:lnSpc>
                <a:spcPct val="100000"/>
              </a:lnSpc>
              <a:spcBef>
                <a:spcPts val="2600"/>
              </a:spcBef>
              <a:spcAft>
                <a:spcPts val="0"/>
              </a:spcAft>
              <a:buSzPts val="1350"/>
              <a:buChar char="•"/>
              <a:defRPr/>
            </a:lvl1pPr>
            <a:lvl2pPr indent="-314325" lvl="1" marL="914400" algn="l">
              <a:lnSpc>
                <a:spcPct val="100000"/>
              </a:lnSpc>
              <a:spcBef>
                <a:spcPts val="2600"/>
              </a:spcBef>
              <a:spcAft>
                <a:spcPts val="0"/>
              </a:spcAft>
              <a:buSzPts val="1350"/>
              <a:buChar char="•"/>
              <a:defRPr/>
            </a:lvl2pPr>
            <a:lvl3pPr indent="-314325" lvl="2" marL="1371600" algn="l">
              <a:lnSpc>
                <a:spcPct val="100000"/>
              </a:lnSpc>
              <a:spcBef>
                <a:spcPts val="2600"/>
              </a:spcBef>
              <a:spcAft>
                <a:spcPts val="0"/>
              </a:spcAft>
              <a:buSzPts val="1350"/>
              <a:buChar char="•"/>
              <a:defRPr/>
            </a:lvl3pPr>
            <a:lvl4pPr indent="-314325" lvl="3" marL="1828800" algn="l">
              <a:lnSpc>
                <a:spcPct val="100000"/>
              </a:lnSpc>
              <a:spcBef>
                <a:spcPts val="2600"/>
              </a:spcBef>
              <a:spcAft>
                <a:spcPts val="0"/>
              </a:spcAft>
              <a:buSzPts val="1350"/>
              <a:buChar char="•"/>
              <a:defRPr/>
            </a:lvl4pPr>
            <a:lvl5pPr indent="-314325" lvl="4" marL="2286000" algn="l">
              <a:lnSpc>
                <a:spcPct val="100000"/>
              </a:lnSpc>
              <a:spcBef>
                <a:spcPts val="2600"/>
              </a:spcBef>
              <a:spcAft>
                <a:spcPts val="0"/>
              </a:spcAft>
              <a:buSzPts val="1350"/>
              <a:buChar char="•"/>
              <a:defRPr/>
            </a:lvl5pPr>
            <a:lvl6pPr indent="-314325" lvl="5" marL="2743200" algn="l">
              <a:lnSpc>
                <a:spcPct val="100000"/>
              </a:lnSpc>
              <a:spcBef>
                <a:spcPts val="2600"/>
              </a:spcBef>
              <a:spcAft>
                <a:spcPts val="0"/>
              </a:spcAft>
              <a:buSzPts val="1350"/>
              <a:buChar char="•"/>
              <a:defRPr/>
            </a:lvl6pPr>
            <a:lvl7pPr indent="-314325" lvl="6" marL="3200400" algn="l">
              <a:lnSpc>
                <a:spcPct val="100000"/>
              </a:lnSpc>
              <a:spcBef>
                <a:spcPts val="2600"/>
              </a:spcBef>
              <a:spcAft>
                <a:spcPts val="0"/>
              </a:spcAft>
              <a:buSzPts val="1350"/>
              <a:buChar char="•"/>
              <a:defRPr/>
            </a:lvl7pPr>
            <a:lvl8pPr indent="-314325" lvl="7" marL="3657600" algn="l">
              <a:lnSpc>
                <a:spcPct val="100000"/>
              </a:lnSpc>
              <a:spcBef>
                <a:spcPts val="2600"/>
              </a:spcBef>
              <a:spcAft>
                <a:spcPts val="0"/>
              </a:spcAft>
              <a:buSzPts val="1350"/>
              <a:buChar char="•"/>
              <a:defRPr/>
            </a:lvl8pPr>
            <a:lvl9pPr indent="-314325" lvl="8" marL="4114800" algn="l">
              <a:lnSpc>
                <a:spcPct val="100000"/>
              </a:lnSpc>
              <a:spcBef>
                <a:spcPts val="2600"/>
              </a:spcBef>
              <a:spcAft>
                <a:spcPts val="0"/>
              </a:spcAft>
              <a:buSzPts val="1350"/>
              <a:buChar char="•"/>
              <a:defRPr/>
            </a:lvl9pPr>
          </a:lstStyle>
          <a:p/>
        </p:txBody>
      </p:sp>
      <p:sp>
        <p:nvSpPr>
          <p:cNvPr id="20" name="Google Shape;20;p26"/>
          <p:cNvSpPr txBox="1"/>
          <p:nvPr>
            <p:ph idx="12" type="sldNum"/>
          </p:nvPr>
        </p:nvSpPr>
        <p:spPr>
          <a:xfrm>
            <a:off x="4248150" y="4673600"/>
            <a:ext cx="647700" cy="723900"/>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 Title and Content copy 1">
  <p:cSld name="Default - Title and Content copy 1">
    <p:spTree>
      <p:nvGrpSpPr>
        <p:cNvPr id="21" name="Shape 21"/>
        <p:cNvGrpSpPr/>
        <p:nvPr/>
      </p:nvGrpSpPr>
      <p:grpSpPr>
        <a:xfrm>
          <a:off x="0" y="0"/>
          <a:ext cx="0" cy="0"/>
          <a:chOff x="0" y="0"/>
          <a:chExt cx="0" cy="0"/>
        </a:xfrm>
      </p:grpSpPr>
      <p:sp>
        <p:nvSpPr>
          <p:cNvPr id="22" name="Google Shape;22;p27"/>
          <p:cNvSpPr/>
          <p:nvPr/>
        </p:nvSpPr>
        <p:spPr>
          <a:xfrm>
            <a:off x="-142875" y="0"/>
            <a:ext cx="9299575" cy="279400"/>
          </a:xfrm>
          <a:prstGeom prst="rect">
            <a:avLst/>
          </a:prstGeom>
          <a:solidFill>
            <a:srgbClr val="96C03D"/>
          </a:solidFill>
          <a:ln cap="flat" cmpd="sng" w="25400">
            <a:solidFill>
              <a:srgbClr val="000000">
                <a:alpha val="0"/>
              </a:srgbClr>
            </a:solidFill>
            <a:prstDash val="solid"/>
            <a:round/>
            <a:headEnd len="sm" w="sm" type="none"/>
            <a:tailEnd len="sm" w="sm" type="none"/>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23" name="Google Shape;23;p27"/>
          <p:cNvSpPr/>
          <p:nvPr/>
        </p:nvSpPr>
        <p:spPr>
          <a:xfrm>
            <a:off x="-142875" y="73025"/>
            <a:ext cx="9299575" cy="503238"/>
          </a:xfrm>
          <a:prstGeom prst="rect">
            <a:avLst/>
          </a:prstGeom>
          <a:solidFill>
            <a:srgbClr val="162C4D"/>
          </a:solidFill>
          <a:ln cap="flat" cmpd="sng" w="25400">
            <a:solidFill>
              <a:srgbClr val="000000">
                <a:alpha val="0"/>
              </a:srgbClr>
            </a:solidFill>
            <a:prstDash val="solid"/>
            <a:round/>
            <a:headEnd len="sm" w="sm" type="none"/>
            <a:tailEnd len="sm" w="sm" type="none"/>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pic>
        <p:nvPicPr>
          <p:cNvPr id="24" name="Google Shape;24;p27"/>
          <p:cNvPicPr preferRelativeResize="0"/>
          <p:nvPr/>
        </p:nvPicPr>
        <p:blipFill rotWithShape="1">
          <a:blip r:embed="rId2">
            <a:alphaModFix/>
          </a:blip>
          <a:srcRect b="0" l="0" r="0" t="0"/>
          <a:stretch/>
        </p:blipFill>
        <p:spPr>
          <a:xfrm>
            <a:off x="8221662" y="4618037"/>
            <a:ext cx="733426" cy="400051"/>
          </a:xfrm>
          <a:prstGeom prst="rect">
            <a:avLst/>
          </a:prstGeom>
          <a:noFill/>
          <a:ln>
            <a:noFill/>
          </a:ln>
        </p:spPr>
      </p:pic>
      <p:sp>
        <p:nvSpPr>
          <p:cNvPr id="25" name="Google Shape;25;p27"/>
          <p:cNvSpPr txBox="1"/>
          <p:nvPr>
            <p:ph type="title"/>
          </p:nvPr>
        </p:nvSpPr>
        <p:spPr>
          <a:xfrm>
            <a:off x="457200" y="206375"/>
            <a:ext cx="8228013" cy="993775"/>
          </a:xfrm>
          <a:prstGeom prst="rect">
            <a:avLst/>
          </a:prstGeom>
          <a:noFill/>
          <a:ln>
            <a:noFill/>
          </a:ln>
        </p:spPr>
        <p:txBody>
          <a:bodyPr anchorCtr="0" anchor="t" bIns="25400" lIns="25400" spcFirstLastPara="1" rIns="25400" wrap="square" tIns="25400">
            <a:no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6" name="Google Shape;26;p27"/>
          <p:cNvSpPr txBox="1"/>
          <p:nvPr>
            <p:ph idx="1" type="body"/>
          </p:nvPr>
        </p:nvSpPr>
        <p:spPr>
          <a:xfrm>
            <a:off x="457200" y="1200150"/>
            <a:ext cx="8228013" cy="3943350"/>
          </a:xfrm>
          <a:prstGeom prst="rect">
            <a:avLst/>
          </a:prstGeom>
          <a:noFill/>
          <a:ln>
            <a:noFill/>
          </a:ln>
        </p:spPr>
        <p:txBody>
          <a:bodyPr anchorCtr="0" anchor="t" bIns="25400" lIns="25400" spcFirstLastPara="1" rIns="25400" wrap="square" tIns="25400">
            <a:noAutofit/>
          </a:bodyPr>
          <a:lstStyle>
            <a:lvl1pPr indent="-314325" lvl="0" marL="457200" algn="l">
              <a:lnSpc>
                <a:spcPct val="100000"/>
              </a:lnSpc>
              <a:spcBef>
                <a:spcPts val="2600"/>
              </a:spcBef>
              <a:spcAft>
                <a:spcPts val="0"/>
              </a:spcAft>
              <a:buSzPts val="1350"/>
              <a:buChar char="•"/>
              <a:defRPr/>
            </a:lvl1pPr>
            <a:lvl2pPr indent="-314325" lvl="1" marL="914400" algn="l">
              <a:lnSpc>
                <a:spcPct val="100000"/>
              </a:lnSpc>
              <a:spcBef>
                <a:spcPts val="2600"/>
              </a:spcBef>
              <a:spcAft>
                <a:spcPts val="0"/>
              </a:spcAft>
              <a:buSzPts val="1350"/>
              <a:buChar char="•"/>
              <a:defRPr/>
            </a:lvl2pPr>
            <a:lvl3pPr indent="-314325" lvl="2" marL="1371600" algn="l">
              <a:lnSpc>
                <a:spcPct val="100000"/>
              </a:lnSpc>
              <a:spcBef>
                <a:spcPts val="2600"/>
              </a:spcBef>
              <a:spcAft>
                <a:spcPts val="0"/>
              </a:spcAft>
              <a:buSzPts val="1350"/>
              <a:buChar char="•"/>
              <a:defRPr/>
            </a:lvl3pPr>
            <a:lvl4pPr indent="-314325" lvl="3" marL="1828800" algn="l">
              <a:lnSpc>
                <a:spcPct val="100000"/>
              </a:lnSpc>
              <a:spcBef>
                <a:spcPts val="2600"/>
              </a:spcBef>
              <a:spcAft>
                <a:spcPts val="0"/>
              </a:spcAft>
              <a:buSzPts val="1350"/>
              <a:buChar char="•"/>
              <a:defRPr/>
            </a:lvl4pPr>
            <a:lvl5pPr indent="-314325" lvl="4" marL="2286000" algn="l">
              <a:lnSpc>
                <a:spcPct val="100000"/>
              </a:lnSpc>
              <a:spcBef>
                <a:spcPts val="2600"/>
              </a:spcBef>
              <a:spcAft>
                <a:spcPts val="0"/>
              </a:spcAft>
              <a:buSzPts val="1350"/>
              <a:buChar char="•"/>
              <a:defRPr/>
            </a:lvl5pPr>
            <a:lvl6pPr indent="-314325" lvl="5" marL="2743200" algn="l">
              <a:lnSpc>
                <a:spcPct val="100000"/>
              </a:lnSpc>
              <a:spcBef>
                <a:spcPts val="2600"/>
              </a:spcBef>
              <a:spcAft>
                <a:spcPts val="0"/>
              </a:spcAft>
              <a:buSzPts val="1350"/>
              <a:buChar char="•"/>
              <a:defRPr/>
            </a:lvl6pPr>
            <a:lvl7pPr indent="-314325" lvl="6" marL="3200400" algn="l">
              <a:lnSpc>
                <a:spcPct val="100000"/>
              </a:lnSpc>
              <a:spcBef>
                <a:spcPts val="2600"/>
              </a:spcBef>
              <a:spcAft>
                <a:spcPts val="0"/>
              </a:spcAft>
              <a:buSzPts val="1350"/>
              <a:buChar char="•"/>
              <a:defRPr/>
            </a:lvl7pPr>
            <a:lvl8pPr indent="-314325" lvl="7" marL="3657600" algn="l">
              <a:lnSpc>
                <a:spcPct val="100000"/>
              </a:lnSpc>
              <a:spcBef>
                <a:spcPts val="2600"/>
              </a:spcBef>
              <a:spcAft>
                <a:spcPts val="0"/>
              </a:spcAft>
              <a:buSzPts val="1350"/>
              <a:buChar char="•"/>
              <a:defRPr/>
            </a:lvl8pPr>
            <a:lvl9pPr indent="-314325" lvl="8" marL="4114800" algn="l">
              <a:lnSpc>
                <a:spcPct val="100000"/>
              </a:lnSpc>
              <a:spcBef>
                <a:spcPts val="2600"/>
              </a:spcBef>
              <a:spcAft>
                <a:spcPts val="0"/>
              </a:spcAft>
              <a:buSzPts val="1350"/>
              <a:buChar char="•"/>
              <a:defRPr/>
            </a:lvl9pPr>
          </a:lstStyle>
          <a:p/>
        </p:txBody>
      </p:sp>
      <p:sp>
        <p:nvSpPr>
          <p:cNvPr id="27" name="Google Shape;27;p27"/>
          <p:cNvSpPr txBox="1"/>
          <p:nvPr>
            <p:ph idx="12" type="sldNum"/>
          </p:nvPr>
        </p:nvSpPr>
        <p:spPr>
          <a:xfrm>
            <a:off x="4248150" y="4673600"/>
            <a:ext cx="647700" cy="723900"/>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 Title and Content copy 6">
  <p:cSld name="Default - Title and Content copy 6">
    <p:spTree>
      <p:nvGrpSpPr>
        <p:cNvPr id="28" name="Shape 28"/>
        <p:cNvGrpSpPr/>
        <p:nvPr/>
      </p:nvGrpSpPr>
      <p:grpSpPr>
        <a:xfrm>
          <a:off x="0" y="0"/>
          <a:ext cx="0" cy="0"/>
          <a:chOff x="0" y="0"/>
          <a:chExt cx="0" cy="0"/>
        </a:xfrm>
      </p:grpSpPr>
      <p:sp>
        <p:nvSpPr>
          <p:cNvPr id="29" name="Google Shape;29;p28"/>
          <p:cNvSpPr/>
          <p:nvPr/>
        </p:nvSpPr>
        <p:spPr>
          <a:xfrm>
            <a:off x="-142875" y="0"/>
            <a:ext cx="9299575" cy="279400"/>
          </a:xfrm>
          <a:prstGeom prst="rect">
            <a:avLst/>
          </a:prstGeom>
          <a:solidFill>
            <a:srgbClr val="96C03D"/>
          </a:solidFill>
          <a:ln cap="flat" cmpd="sng" w="25400">
            <a:solidFill>
              <a:srgbClr val="000000">
                <a:alpha val="0"/>
              </a:srgbClr>
            </a:solidFill>
            <a:prstDash val="solid"/>
            <a:round/>
            <a:headEnd len="sm" w="sm" type="none"/>
            <a:tailEnd len="sm" w="sm" type="none"/>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30" name="Google Shape;30;p28"/>
          <p:cNvSpPr/>
          <p:nvPr/>
        </p:nvSpPr>
        <p:spPr>
          <a:xfrm>
            <a:off x="-142875" y="73025"/>
            <a:ext cx="9299575" cy="503238"/>
          </a:xfrm>
          <a:prstGeom prst="rect">
            <a:avLst/>
          </a:prstGeom>
          <a:solidFill>
            <a:srgbClr val="162C4D"/>
          </a:solidFill>
          <a:ln cap="flat" cmpd="sng" w="25400">
            <a:solidFill>
              <a:srgbClr val="000000">
                <a:alpha val="0"/>
              </a:srgbClr>
            </a:solidFill>
            <a:prstDash val="solid"/>
            <a:round/>
            <a:headEnd len="sm" w="sm" type="none"/>
            <a:tailEnd len="sm" w="sm" type="none"/>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pic>
        <p:nvPicPr>
          <p:cNvPr id="31" name="Google Shape;31;p28"/>
          <p:cNvPicPr preferRelativeResize="0"/>
          <p:nvPr/>
        </p:nvPicPr>
        <p:blipFill rotWithShape="1">
          <a:blip r:embed="rId2">
            <a:alphaModFix/>
          </a:blip>
          <a:srcRect b="0" l="0" r="0" t="0"/>
          <a:stretch/>
        </p:blipFill>
        <p:spPr>
          <a:xfrm>
            <a:off x="8221662" y="4618037"/>
            <a:ext cx="733426" cy="400051"/>
          </a:xfrm>
          <a:prstGeom prst="rect">
            <a:avLst/>
          </a:prstGeom>
          <a:noFill/>
          <a:ln>
            <a:noFill/>
          </a:ln>
        </p:spPr>
      </p:pic>
      <p:sp>
        <p:nvSpPr>
          <p:cNvPr id="32" name="Google Shape;32;p28"/>
          <p:cNvSpPr txBox="1"/>
          <p:nvPr>
            <p:ph type="title"/>
          </p:nvPr>
        </p:nvSpPr>
        <p:spPr>
          <a:xfrm>
            <a:off x="457200" y="206375"/>
            <a:ext cx="8228013" cy="993775"/>
          </a:xfrm>
          <a:prstGeom prst="rect">
            <a:avLst/>
          </a:prstGeom>
          <a:noFill/>
          <a:ln>
            <a:noFill/>
          </a:ln>
        </p:spPr>
        <p:txBody>
          <a:bodyPr anchorCtr="0" anchor="t" bIns="25400" lIns="25400" spcFirstLastPara="1" rIns="25400" wrap="square" tIns="25400">
            <a:no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33" name="Google Shape;33;p28"/>
          <p:cNvSpPr txBox="1"/>
          <p:nvPr>
            <p:ph idx="1" type="body"/>
          </p:nvPr>
        </p:nvSpPr>
        <p:spPr>
          <a:xfrm>
            <a:off x="457200" y="1200150"/>
            <a:ext cx="8228013" cy="3943350"/>
          </a:xfrm>
          <a:prstGeom prst="rect">
            <a:avLst/>
          </a:prstGeom>
          <a:noFill/>
          <a:ln>
            <a:noFill/>
          </a:ln>
        </p:spPr>
        <p:txBody>
          <a:bodyPr anchorCtr="0" anchor="t" bIns="25400" lIns="25400" spcFirstLastPara="1" rIns="25400" wrap="square" tIns="25400">
            <a:noAutofit/>
          </a:bodyPr>
          <a:lstStyle>
            <a:lvl1pPr indent="-314325" lvl="0" marL="457200" algn="l">
              <a:lnSpc>
                <a:spcPct val="100000"/>
              </a:lnSpc>
              <a:spcBef>
                <a:spcPts val="2600"/>
              </a:spcBef>
              <a:spcAft>
                <a:spcPts val="0"/>
              </a:spcAft>
              <a:buSzPts val="1350"/>
              <a:buChar char="•"/>
              <a:defRPr/>
            </a:lvl1pPr>
            <a:lvl2pPr indent="-314325" lvl="1" marL="914400" algn="l">
              <a:lnSpc>
                <a:spcPct val="100000"/>
              </a:lnSpc>
              <a:spcBef>
                <a:spcPts val="2600"/>
              </a:spcBef>
              <a:spcAft>
                <a:spcPts val="0"/>
              </a:spcAft>
              <a:buSzPts val="1350"/>
              <a:buChar char="•"/>
              <a:defRPr/>
            </a:lvl2pPr>
            <a:lvl3pPr indent="-314325" lvl="2" marL="1371600" algn="l">
              <a:lnSpc>
                <a:spcPct val="100000"/>
              </a:lnSpc>
              <a:spcBef>
                <a:spcPts val="2600"/>
              </a:spcBef>
              <a:spcAft>
                <a:spcPts val="0"/>
              </a:spcAft>
              <a:buSzPts val="1350"/>
              <a:buChar char="•"/>
              <a:defRPr/>
            </a:lvl3pPr>
            <a:lvl4pPr indent="-314325" lvl="3" marL="1828800" algn="l">
              <a:lnSpc>
                <a:spcPct val="100000"/>
              </a:lnSpc>
              <a:spcBef>
                <a:spcPts val="2600"/>
              </a:spcBef>
              <a:spcAft>
                <a:spcPts val="0"/>
              </a:spcAft>
              <a:buSzPts val="1350"/>
              <a:buChar char="•"/>
              <a:defRPr/>
            </a:lvl4pPr>
            <a:lvl5pPr indent="-314325" lvl="4" marL="2286000" algn="l">
              <a:lnSpc>
                <a:spcPct val="100000"/>
              </a:lnSpc>
              <a:spcBef>
                <a:spcPts val="2600"/>
              </a:spcBef>
              <a:spcAft>
                <a:spcPts val="0"/>
              </a:spcAft>
              <a:buSzPts val="1350"/>
              <a:buChar char="•"/>
              <a:defRPr/>
            </a:lvl5pPr>
            <a:lvl6pPr indent="-314325" lvl="5" marL="2743200" algn="l">
              <a:lnSpc>
                <a:spcPct val="100000"/>
              </a:lnSpc>
              <a:spcBef>
                <a:spcPts val="2600"/>
              </a:spcBef>
              <a:spcAft>
                <a:spcPts val="0"/>
              </a:spcAft>
              <a:buSzPts val="1350"/>
              <a:buChar char="•"/>
              <a:defRPr/>
            </a:lvl6pPr>
            <a:lvl7pPr indent="-314325" lvl="6" marL="3200400" algn="l">
              <a:lnSpc>
                <a:spcPct val="100000"/>
              </a:lnSpc>
              <a:spcBef>
                <a:spcPts val="2600"/>
              </a:spcBef>
              <a:spcAft>
                <a:spcPts val="0"/>
              </a:spcAft>
              <a:buSzPts val="1350"/>
              <a:buChar char="•"/>
              <a:defRPr/>
            </a:lvl7pPr>
            <a:lvl8pPr indent="-314325" lvl="7" marL="3657600" algn="l">
              <a:lnSpc>
                <a:spcPct val="100000"/>
              </a:lnSpc>
              <a:spcBef>
                <a:spcPts val="2600"/>
              </a:spcBef>
              <a:spcAft>
                <a:spcPts val="0"/>
              </a:spcAft>
              <a:buSzPts val="1350"/>
              <a:buChar char="•"/>
              <a:defRPr/>
            </a:lvl8pPr>
            <a:lvl9pPr indent="-314325" lvl="8" marL="4114800" algn="l">
              <a:lnSpc>
                <a:spcPct val="100000"/>
              </a:lnSpc>
              <a:spcBef>
                <a:spcPts val="2600"/>
              </a:spcBef>
              <a:spcAft>
                <a:spcPts val="0"/>
              </a:spcAft>
              <a:buSzPts val="1350"/>
              <a:buChar char="•"/>
              <a:defRPr/>
            </a:lvl9pPr>
          </a:lstStyle>
          <a:p/>
        </p:txBody>
      </p:sp>
      <p:sp>
        <p:nvSpPr>
          <p:cNvPr id="34" name="Google Shape;34;p28"/>
          <p:cNvSpPr txBox="1"/>
          <p:nvPr>
            <p:ph idx="12" type="sldNum"/>
          </p:nvPr>
        </p:nvSpPr>
        <p:spPr>
          <a:xfrm>
            <a:off x="4248150" y="4673600"/>
            <a:ext cx="647700" cy="723900"/>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1pPr>
            <a:lvl2pPr indent="0" lvl="1"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2pPr>
            <a:lvl3pPr indent="0" lvl="2"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3pPr>
            <a:lvl4pPr indent="0" lvl="3"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4pPr>
            <a:lvl5pPr indent="0" lvl="4"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5pPr>
            <a:lvl6pPr indent="0" lvl="5"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6pPr>
            <a:lvl7pPr indent="0" lvl="6"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7pPr>
            <a:lvl8pPr indent="0" lvl="7"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8pPr>
            <a:lvl9pPr indent="0" lvl="8" marL="0" marR="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70"/>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0"/>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7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7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6" name="Shape 46"/>
        <p:cNvGrpSpPr/>
        <p:nvPr/>
      </p:nvGrpSpPr>
      <p:grpSpPr>
        <a:xfrm>
          <a:off x="0" y="0"/>
          <a:ext cx="0" cy="0"/>
          <a:chOff x="0" y="0"/>
          <a:chExt cx="0" cy="0"/>
        </a:xfrm>
      </p:grpSpPr>
      <p:sp>
        <p:nvSpPr>
          <p:cNvPr id="47" name="Google Shape;47;p71"/>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71"/>
          <p:cNvSpPr txBox="1"/>
          <p:nvPr>
            <p:ph idx="1" type="subTitle"/>
          </p:nvPr>
        </p:nvSpPr>
        <p:spPr>
          <a:xfrm>
            <a:off x="1143000" y="2701528"/>
            <a:ext cx="6858000" cy="124182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49" name="Google Shape;49;p7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7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2" name="Shape 52"/>
        <p:cNvGrpSpPr/>
        <p:nvPr/>
      </p:nvGrpSpPr>
      <p:grpSpPr>
        <a:xfrm>
          <a:off x="0" y="0"/>
          <a:ext cx="0" cy="0"/>
          <a:chOff x="0" y="0"/>
          <a:chExt cx="0" cy="0"/>
        </a:xfrm>
      </p:grpSpPr>
      <p:sp>
        <p:nvSpPr>
          <p:cNvPr id="53" name="Google Shape;53;p72"/>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72"/>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5" name="Google Shape;55;p72"/>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7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7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73"/>
          <p:cNvSpPr txBox="1"/>
          <p:nvPr>
            <p:ph type="title"/>
          </p:nvPr>
        </p:nvSpPr>
        <p:spPr>
          <a:xfrm>
            <a:off x="623888" y="1282304"/>
            <a:ext cx="7886700" cy="21395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73"/>
          <p:cNvSpPr txBox="1"/>
          <p:nvPr>
            <p:ph idx="1" type="body"/>
          </p:nvPr>
        </p:nvSpPr>
        <p:spPr>
          <a:xfrm>
            <a:off x="623888" y="3442098"/>
            <a:ext cx="7886700" cy="112514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757575"/>
              </a:buClr>
              <a:buSzPts val="1800"/>
              <a:buNone/>
              <a:defRPr sz="1800">
                <a:solidFill>
                  <a:srgbClr val="757575"/>
                </a:solidFill>
              </a:defRPr>
            </a:lvl1pPr>
            <a:lvl2pPr indent="-228600" lvl="1" marL="914400" algn="l">
              <a:lnSpc>
                <a:spcPct val="90000"/>
              </a:lnSpc>
              <a:spcBef>
                <a:spcPts val="375"/>
              </a:spcBef>
              <a:spcAft>
                <a:spcPts val="0"/>
              </a:spcAft>
              <a:buClr>
                <a:srgbClr val="757575"/>
              </a:buClr>
              <a:buSzPts val="1500"/>
              <a:buNone/>
              <a:defRPr sz="1500">
                <a:solidFill>
                  <a:srgbClr val="757575"/>
                </a:solidFill>
              </a:defRPr>
            </a:lvl2pPr>
            <a:lvl3pPr indent="-228600" lvl="2" marL="1371600" algn="l">
              <a:lnSpc>
                <a:spcPct val="90000"/>
              </a:lnSpc>
              <a:spcBef>
                <a:spcPts val="375"/>
              </a:spcBef>
              <a:spcAft>
                <a:spcPts val="0"/>
              </a:spcAft>
              <a:buClr>
                <a:srgbClr val="757575"/>
              </a:buClr>
              <a:buSzPts val="1350"/>
              <a:buNone/>
              <a:defRPr sz="1350">
                <a:solidFill>
                  <a:srgbClr val="757575"/>
                </a:solidFill>
              </a:defRPr>
            </a:lvl3pPr>
            <a:lvl4pPr indent="-228600" lvl="3" marL="1828800" algn="l">
              <a:lnSpc>
                <a:spcPct val="90000"/>
              </a:lnSpc>
              <a:spcBef>
                <a:spcPts val="375"/>
              </a:spcBef>
              <a:spcAft>
                <a:spcPts val="0"/>
              </a:spcAft>
              <a:buClr>
                <a:srgbClr val="757575"/>
              </a:buClr>
              <a:buSzPts val="1200"/>
              <a:buNone/>
              <a:defRPr sz="1200">
                <a:solidFill>
                  <a:srgbClr val="757575"/>
                </a:solidFill>
              </a:defRPr>
            </a:lvl4pPr>
            <a:lvl5pPr indent="-228600" lvl="4" marL="2286000" algn="l">
              <a:lnSpc>
                <a:spcPct val="90000"/>
              </a:lnSpc>
              <a:spcBef>
                <a:spcPts val="375"/>
              </a:spcBef>
              <a:spcAft>
                <a:spcPts val="0"/>
              </a:spcAft>
              <a:buClr>
                <a:srgbClr val="757575"/>
              </a:buClr>
              <a:buSzPts val="1200"/>
              <a:buNone/>
              <a:defRPr sz="1200">
                <a:solidFill>
                  <a:srgbClr val="757575"/>
                </a:solidFill>
              </a:defRPr>
            </a:lvl5pPr>
            <a:lvl6pPr indent="-228600" lvl="5" marL="2743200" algn="l">
              <a:lnSpc>
                <a:spcPct val="90000"/>
              </a:lnSpc>
              <a:spcBef>
                <a:spcPts val="375"/>
              </a:spcBef>
              <a:spcAft>
                <a:spcPts val="0"/>
              </a:spcAft>
              <a:buClr>
                <a:srgbClr val="757575"/>
              </a:buClr>
              <a:buSzPts val="1200"/>
              <a:buNone/>
              <a:defRPr sz="1200">
                <a:solidFill>
                  <a:srgbClr val="757575"/>
                </a:solidFill>
              </a:defRPr>
            </a:lvl6pPr>
            <a:lvl7pPr indent="-228600" lvl="6" marL="3200400" algn="l">
              <a:lnSpc>
                <a:spcPct val="90000"/>
              </a:lnSpc>
              <a:spcBef>
                <a:spcPts val="375"/>
              </a:spcBef>
              <a:spcAft>
                <a:spcPts val="0"/>
              </a:spcAft>
              <a:buClr>
                <a:srgbClr val="757575"/>
              </a:buClr>
              <a:buSzPts val="1200"/>
              <a:buNone/>
              <a:defRPr sz="1200">
                <a:solidFill>
                  <a:srgbClr val="757575"/>
                </a:solidFill>
              </a:defRPr>
            </a:lvl7pPr>
            <a:lvl8pPr indent="-228600" lvl="7" marL="3657600" algn="l">
              <a:lnSpc>
                <a:spcPct val="90000"/>
              </a:lnSpc>
              <a:spcBef>
                <a:spcPts val="375"/>
              </a:spcBef>
              <a:spcAft>
                <a:spcPts val="0"/>
              </a:spcAft>
              <a:buClr>
                <a:srgbClr val="757575"/>
              </a:buClr>
              <a:buSzPts val="1200"/>
              <a:buNone/>
              <a:defRPr sz="1200">
                <a:solidFill>
                  <a:srgbClr val="757575"/>
                </a:solidFill>
              </a:defRPr>
            </a:lvl8pPr>
            <a:lvl9pPr indent="-228600" lvl="8" marL="4114800" algn="l">
              <a:lnSpc>
                <a:spcPct val="90000"/>
              </a:lnSpc>
              <a:spcBef>
                <a:spcPts val="375"/>
              </a:spcBef>
              <a:spcAft>
                <a:spcPts val="0"/>
              </a:spcAft>
              <a:buClr>
                <a:srgbClr val="757575"/>
              </a:buClr>
              <a:buSzPts val="1200"/>
              <a:buNone/>
              <a:defRPr sz="1200">
                <a:solidFill>
                  <a:srgbClr val="757575"/>
                </a:solidFill>
              </a:defRPr>
            </a:lvl9pPr>
          </a:lstStyle>
          <a:p/>
        </p:txBody>
      </p:sp>
      <p:sp>
        <p:nvSpPr>
          <p:cNvPr id="61" name="Google Shape;61;p73"/>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7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7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4" name="Shape 64"/>
        <p:cNvGrpSpPr/>
        <p:nvPr/>
      </p:nvGrpSpPr>
      <p:grpSpPr>
        <a:xfrm>
          <a:off x="0" y="0"/>
          <a:ext cx="0" cy="0"/>
          <a:chOff x="0" y="0"/>
          <a:chExt cx="0" cy="0"/>
        </a:xfrm>
      </p:grpSpPr>
      <p:sp>
        <p:nvSpPr>
          <p:cNvPr id="65" name="Google Shape;65;p74"/>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74"/>
          <p:cNvSpPr txBox="1"/>
          <p:nvPr>
            <p:ph idx="1" type="body"/>
          </p:nvPr>
        </p:nvSpPr>
        <p:spPr>
          <a:xfrm>
            <a:off x="6286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7" name="Google Shape;67;p74"/>
          <p:cNvSpPr txBox="1"/>
          <p:nvPr>
            <p:ph idx="2" type="body"/>
          </p:nvPr>
        </p:nvSpPr>
        <p:spPr>
          <a:xfrm>
            <a:off x="46291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8" name="Google Shape;68;p74"/>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7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7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1" name="Shape 71"/>
        <p:cNvGrpSpPr/>
        <p:nvPr/>
      </p:nvGrpSpPr>
      <p:grpSpPr>
        <a:xfrm>
          <a:off x="0" y="0"/>
          <a:ext cx="0" cy="0"/>
          <a:chOff x="0" y="0"/>
          <a:chExt cx="0" cy="0"/>
        </a:xfrm>
      </p:grpSpPr>
      <p:sp>
        <p:nvSpPr>
          <p:cNvPr id="72" name="Google Shape;72;p75"/>
          <p:cNvSpPr txBox="1"/>
          <p:nvPr>
            <p:ph type="title"/>
          </p:nvPr>
        </p:nvSpPr>
        <p:spPr>
          <a:xfrm>
            <a:off x="629841"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75"/>
          <p:cNvSpPr txBox="1"/>
          <p:nvPr>
            <p:ph idx="1" type="body"/>
          </p:nvPr>
        </p:nvSpPr>
        <p:spPr>
          <a:xfrm>
            <a:off x="629842" y="1260872"/>
            <a:ext cx="3868340"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74" name="Google Shape;74;p75"/>
          <p:cNvSpPr txBox="1"/>
          <p:nvPr>
            <p:ph idx="2" type="body"/>
          </p:nvPr>
        </p:nvSpPr>
        <p:spPr>
          <a:xfrm>
            <a:off x="629842" y="1878806"/>
            <a:ext cx="3868340"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75"/>
          <p:cNvSpPr txBox="1"/>
          <p:nvPr>
            <p:ph idx="3" type="body"/>
          </p:nvPr>
        </p:nvSpPr>
        <p:spPr>
          <a:xfrm>
            <a:off x="4629150" y="1260872"/>
            <a:ext cx="3887391"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76" name="Google Shape;76;p75"/>
          <p:cNvSpPr txBox="1"/>
          <p:nvPr>
            <p:ph idx="4" type="body"/>
          </p:nvPr>
        </p:nvSpPr>
        <p:spPr>
          <a:xfrm>
            <a:off x="4629150" y="1878806"/>
            <a:ext cx="3887391"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7" name="Google Shape;77;p75"/>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7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7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76"/>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7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7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4" name="Shape 84"/>
        <p:cNvGrpSpPr/>
        <p:nvPr/>
      </p:nvGrpSpPr>
      <p:grpSpPr>
        <a:xfrm>
          <a:off x="0" y="0"/>
          <a:ext cx="0" cy="0"/>
          <a:chOff x="0" y="0"/>
          <a:chExt cx="0" cy="0"/>
        </a:xfrm>
      </p:grpSpPr>
      <p:sp>
        <p:nvSpPr>
          <p:cNvPr id="85" name="Google Shape;85;p77"/>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77"/>
          <p:cNvSpPr txBox="1"/>
          <p:nvPr>
            <p:ph idx="1" type="body"/>
          </p:nvPr>
        </p:nvSpPr>
        <p:spPr>
          <a:xfrm>
            <a:off x="3887391" y="740569"/>
            <a:ext cx="4629150" cy="3655219"/>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87" name="Google Shape;87;p77"/>
          <p:cNvSpPr txBox="1"/>
          <p:nvPr>
            <p:ph idx="2"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88" name="Google Shape;88;p77"/>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77"/>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7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1" name="Shape 91"/>
        <p:cNvGrpSpPr/>
        <p:nvPr/>
      </p:nvGrpSpPr>
      <p:grpSpPr>
        <a:xfrm>
          <a:off x="0" y="0"/>
          <a:ext cx="0" cy="0"/>
          <a:chOff x="0" y="0"/>
          <a:chExt cx="0" cy="0"/>
        </a:xfrm>
      </p:grpSpPr>
      <p:sp>
        <p:nvSpPr>
          <p:cNvPr id="92" name="Google Shape;92;p78"/>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78"/>
          <p:cNvSpPr/>
          <p:nvPr>
            <p:ph idx="2" type="pic"/>
          </p:nvPr>
        </p:nvSpPr>
        <p:spPr>
          <a:xfrm>
            <a:off x="3887391" y="740569"/>
            <a:ext cx="4629150" cy="3655219"/>
          </a:xfrm>
          <a:prstGeom prst="rect">
            <a:avLst/>
          </a:prstGeom>
          <a:noFill/>
          <a:ln>
            <a:noFill/>
          </a:ln>
        </p:spPr>
      </p:sp>
      <p:sp>
        <p:nvSpPr>
          <p:cNvPr id="94" name="Google Shape;94;p78"/>
          <p:cNvSpPr txBox="1"/>
          <p:nvPr>
            <p:ph idx="1"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95" name="Google Shape;95;p78"/>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78"/>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7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8" name="Shape 98"/>
        <p:cNvGrpSpPr/>
        <p:nvPr/>
      </p:nvGrpSpPr>
      <p:grpSpPr>
        <a:xfrm>
          <a:off x="0" y="0"/>
          <a:ext cx="0" cy="0"/>
          <a:chOff x="0" y="0"/>
          <a:chExt cx="0" cy="0"/>
        </a:xfrm>
      </p:grpSpPr>
      <p:sp>
        <p:nvSpPr>
          <p:cNvPr id="99" name="Google Shape;99;p79"/>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79"/>
          <p:cNvSpPr txBox="1"/>
          <p:nvPr>
            <p:ph idx="1" type="body"/>
          </p:nvPr>
        </p:nvSpPr>
        <p:spPr>
          <a:xfrm rot="5400000">
            <a:off x="2940248" y="-942379"/>
            <a:ext cx="3263504"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01" name="Google Shape;101;p79"/>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7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7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80"/>
          <p:cNvSpPr txBox="1"/>
          <p:nvPr>
            <p:ph type="title"/>
          </p:nvPr>
        </p:nvSpPr>
        <p:spPr>
          <a:xfrm rot="5400000">
            <a:off x="5350073" y="1467446"/>
            <a:ext cx="4358879"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80"/>
          <p:cNvSpPr txBox="1"/>
          <p:nvPr>
            <p:ph idx="1" type="body"/>
          </p:nvPr>
        </p:nvSpPr>
        <p:spPr>
          <a:xfrm rot="5400000">
            <a:off x="1349573" y="-447079"/>
            <a:ext cx="4358879"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07" name="Google Shape;107;p80"/>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8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8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11" Type="http://schemas.openxmlformats.org/officeDocument/2006/relationships/slideLayout" Target="../slideLayouts/slideLayout16.xml"/><Relationship Id="rId10" Type="http://schemas.openxmlformats.org/officeDocument/2006/relationships/slideLayout" Target="../slideLayouts/slideLayout15.xml"/><Relationship Id="rId12" Type="http://schemas.openxmlformats.org/officeDocument/2006/relationships/theme" Target="../theme/theme1.xml"/><Relationship Id="rId9" Type="http://schemas.openxmlformats.org/officeDocument/2006/relationships/slideLayout" Target="../slideLayouts/slideLayout14.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E"/>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457200" y="206375"/>
            <a:ext cx="8228013" cy="993775"/>
          </a:xfrm>
          <a:prstGeom prst="rect">
            <a:avLst/>
          </a:prstGeom>
          <a:noFill/>
          <a:ln>
            <a:noFill/>
          </a:ln>
        </p:spPr>
        <p:txBody>
          <a:bodyPr anchorCtr="0" anchor="t" bIns="25400" lIns="25400" spcFirstLastPara="1" rIns="25400" wrap="square" tIns="25400">
            <a:noAutofit/>
          </a:bodyPr>
          <a:lstStyle>
            <a:lvl1pPr lvl="0" marR="0" rtl="0" algn="ctr">
              <a:lnSpc>
                <a:spcPct val="100000"/>
              </a:lnSpc>
              <a:spcBef>
                <a:spcPts val="0"/>
              </a:spcBef>
              <a:spcAft>
                <a:spcPts val="0"/>
              </a:spcAft>
              <a:buClr>
                <a:srgbClr val="000000"/>
              </a:buClr>
              <a:buSzPts val="5000"/>
              <a:buFont typeface="Helvetica Neue Light"/>
              <a:buNone/>
              <a:defRPr b="0" i="0" sz="5000" u="none" cap="none" strike="noStrike">
                <a:solidFill>
                  <a:srgbClr val="000000"/>
                </a:solidFill>
                <a:latin typeface="Helvetica Neue Light"/>
                <a:ea typeface="Helvetica Neue Light"/>
                <a:cs typeface="Helvetica Neue Light"/>
                <a:sym typeface="Helvetica Neue Light"/>
              </a:defRPr>
            </a:lvl1pPr>
            <a:lvl2pPr lvl="1" marR="0" rtl="0" algn="ctr">
              <a:lnSpc>
                <a:spcPct val="100000"/>
              </a:lnSpc>
              <a:spcBef>
                <a:spcPts val="0"/>
              </a:spcBef>
              <a:spcAft>
                <a:spcPts val="0"/>
              </a:spcAft>
              <a:buClr>
                <a:srgbClr val="000000"/>
              </a:buClr>
              <a:buSzPts val="5000"/>
              <a:buFont typeface="Helvetica Neue Light"/>
              <a:buNone/>
              <a:defRPr b="0" i="0" sz="5000" u="none" cap="none" strike="noStrike">
                <a:solidFill>
                  <a:srgbClr val="000000"/>
                </a:solidFill>
                <a:latin typeface="Helvetica Neue Light"/>
                <a:ea typeface="Helvetica Neue Light"/>
                <a:cs typeface="Helvetica Neue Light"/>
                <a:sym typeface="Helvetica Neue Light"/>
              </a:defRPr>
            </a:lvl2pPr>
            <a:lvl3pPr lvl="2" marR="0" rtl="0" algn="ctr">
              <a:lnSpc>
                <a:spcPct val="100000"/>
              </a:lnSpc>
              <a:spcBef>
                <a:spcPts val="0"/>
              </a:spcBef>
              <a:spcAft>
                <a:spcPts val="0"/>
              </a:spcAft>
              <a:buClr>
                <a:srgbClr val="000000"/>
              </a:buClr>
              <a:buSzPts val="5000"/>
              <a:buFont typeface="Helvetica Neue Light"/>
              <a:buNone/>
              <a:defRPr b="0" i="0" sz="5000" u="none" cap="none" strike="noStrike">
                <a:solidFill>
                  <a:srgbClr val="000000"/>
                </a:solidFill>
                <a:latin typeface="Helvetica Neue Light"/>
                <a:ea typeface="Helvetica Neue Light"/>
                <a:cs typeface="Helvetica Neue Light"/>
                <a:sym typeface="Helvetica Neue Light"/>
              </a:defRPr>
            </a:lvl3pPr>
            <a:lvl4pPr lvl="3" marR="0" rtl="0" algn="ctr">
              <a:lnSpc>
                <a:spcPct val="100000"/>
              </a:lnSpc>
              <a:spcBef>
                <a:spcPts val="0"/>
              </a:spcBef>
              <a:spcAft>
                <a:spcPts val="0"/>
              </a:spcAft>
              <a:buClr>
                <a:srgbClr val="000000"/>
              </a:buClr>
              <a:buSzPts val="5000"/>
              <a:buFont typeface="Helvetica Neue Light"/>
              <a:buNone/>
              <a:defRPr b="0" i="0" sz="5000" u="none" cap="none" strike="noStrike">
                <a:solidFill>
                  <a:srgbClr val="000000"/>
                </a:solidFill>
                <a:latin typeface="Helvetica Neue Light"/>
                <a:ea typeface="Helvetica Neue Light"/>
                <a:cs typeface="Helvetica Neue Light"/>
                <a:sym typeface="Helvetica Neue Light"/>
              </a:defRPr>
            </a:lvl4pPr>
            <a:lvl5pPr lvl="4" marR="0" rtl="0" algn="ctr">
              <a:lnSpc>
                <a:spcPct val="100000"/>
              </a:lnSpc>
              <a:spcBef>
                <a:spcPts val="0"/>
              </a:spcBef>
              <a:spcAft>
                <a:spcPts val="0"/>
              </a:spcAft>
              <a:buClr>
                <a:srgbClr val="000000"/>
              </a:buClr>
              <a:buSzPts val="5000"/>
              <a:buFont typeface="Helvetica Neue Light"/>
              <a:buNone/>
              <a:defRPr b="0" i="0" sz="5000" u="none" cap="none" strike="noStrike">
                <a:solidFill>
                  <a:srgbClr val="000000"/>
                </a:solidFill>
                <a:latin typeface="Helvetica Neue Light"/>
                <a:ea typeface="Helvetica Neue Light"/>
                <a:cs typeface="Helvetica Neue Light"/>
                <a:sym typeface="Helvetica Neue Light"/>
              </a:defRPr>
            </a:lvl5pPr>
            <a:lvl6pPr lvl="5" marR="0" rtl="0" algn="ctr">
              <a:lnSpc>
                <a:spcPct val="100000"/>
              </a:lnSpc>
              <a:spcBef>
                <a:spcPts val="0"/>
              </a:spcBef>
              <a:spcAft>
                <a:spcPts val="0"/>
              </a:spcAft>
              <a:buClr>
                <a:srgbClr val="000000"/>
              </a:buClr>
              <a:buSzPts val="5000"/>
              <a:buFont typeface="Helvetica Neue Light"/>
              <a:buNone/>
              <a:defRPr b="0" i="0" sz="5000" u="none" cap="none" strike="noStrike">
                <a:solidFill>
                  <a:srgbClr val="000000"/>
                </a:solidFill>
                <a:latin typeface="Helvetica Neue Light"/>
                <a:ea typeface="Helvetica Neue Light"/>
                <a:cs typeface="Helvetica Neue Light"/>
                <a:sym typeface="Helvetica Neue Light"/>
              </a:defRPr>
            </a:lvl6pPr>
            <a:lvl7pPr lvl="6" marR="0" rtl="0" algn="ctr">
              <a:lnSpc>
                <a:spcPct val="100000"/>
              </a:lnSpc>
              <a:spcBef>
                <a:spcPts val="0"/>
              </a:spcBef>
              <a:spcAft>
                <a:spcPts val="0"/>
              </a:spcAft>
              <a:buClr>
                <a:srgbClr val="000000"/>
              </a:buClr>
              <a:buSzPts val="5000"/>
              <a:buFont typeface="Helvetica Neue Light"/>
              <a:buNone/>
              <a:defRPr b="0" i="0" sz="5000" u="none" cap="none" strike="noStrike">
                <a:solidFill>
                  <a:srgbClr val="000000"/>
                </a:solidFill>
                <a:latin typeface="Helvetica Neue Light"/>
                <a:ea typeface="Helvetica Neue Light"/>
                <a:cs typeface="Helvetica Neue Light"/>
                <a:sym typeface="Helvetica Neue Light"/>
              </a:defRPr>
            </a:lvl7pPr>
            <a:lvl8pPr lvl="7" marR="0" rtl="0" algn="ctr">
              <a:lnSpc>
                <a:spcPct val="100000"/>
              </a:lnSpc>
              <a:spcBef>
                <a:spcPts val="0"/>
              </a:spcBef>
              <a:spcAft>
                <a:spcPts val="0"/>
              </a:spcAft>
              <a:buClr>
                <a:srgbClr val="000000"/>
              </a:buClr>
              <a:buSzPts val="5000"/>
              <a:buFont typeface="Helvetica Neue Light"/>
              <a:buNone/>
              <a:defRPr b="0" i="0" sz="5000" u="none" cap="none" strike="noStrike">
                <a:solidFill>
                  <a:srgbClr val="000000"/>
                </a:solidFill>
                <a:latin typeface="Helvetica Neue Light"/>
                <a:ea typeface="Helvetica Neue Light"/>
                <a:cs typeface="Helvetica Neue Light"/>
                <a:sym typeface="Helvetica Neue Light"/>
              </a:defRPr>
            </a:lvl8pPr>
            <a:lvl9pPr lvl="8" marR="0" rtl="0" algn="ctr">
              <a:lnSpc>
                <a:spcPct val="100000"/>
              </a:lnSpc>
              <a:spcBef>
                <a:spcPts val="0"/>
              </a:spcBef>
              <a:spcAft>
                <a:spcPts val="0"/>
              </a:spcAft>
              <a:buClr>
                <a:srgbClr val="000000"/>
              </a:buClr>
              <a:buSzPts val="5000"/>
              <a:buFont typeface="Helvetica Neue Light"/>
              <a:buNone/>
              <a:defRPr b="0" i="0" sz="5000" u="none" cap="none" strike="noStrike">
                <a:solidFill>
                  <a:srgbClr val="000000"/>
                </a:solidFill>
                <a:latin typeface="Helvetica Neue Light"/>
                <a:ea typeface="Helvetica Neue Light"/>
                <a:cs typeface="Helvetica Neue Light"/>
                <a:sym typeface="Helvetica Neue Light"/>
              </a:defRPr>
            </a:lvl9pPr>
          </a:lstStyle>
          <a:p/>
        </p:txBody>
      </p:sp>
      <p:sp>
        <p:nvSpPr>
          <p:cNvPr id="7" name="Google Shape;7;p23"/>
          <p:cNvSpPr txBox="1"/>
          <p:nvPr>
            <p:ph idx="1" type="body"/>
          </p:nvPr>
        </p:nvSpPr>
        <p:spPr>
          <a:xfrm>
            <a:off x="457200" y="1200150"/>
            <a:ext cx="8228013" cy="3943350"/>
          </a:xfrm>
          <a:prstGeom prst="rect">
            <a:avLst/>
          </a:prstGeom>
          <a:noFill/>
          <a:ln>
            <a:noFill/>
          </a:ln>
        </p:spPr>
        <p:txBody>
          <a:bodyPr anchorCtr="0" anchor="t" bIns="25400" lIns="25400" spcFirstLastPara="1" rIns="25400" wrap="square" tIns="25400">
            <a:noAutofit/>
          </a:bodyPr>
          <a:lstStyle>
            <a:lvl1pPr indent="-338138" lvl="0" marL="457200" marR="0" rtl="0" algn="l">
              <a:lnSpc>
                <a:spcPct val="100000"/>
              </a:lnSpc>
              <a:spcBef>
                <a:spcPts val="2600"/>
              </a:spcBef>
              <a:spcAft>
                <a:spcPts val="0"/>
              </a:spcAft>
              <a:buClr>
                <a:srgbClr val="000000"/>
              </a:buClr>
              <a:buSzPts val="1725"/>
              <a:buFont typeface="Helvetica Neue Light"/>
              <a:buChar char="•"/>
              <a:defRPr b="0" i="0" sz="2300" u="none" cap="none" strike="noStrike">
                <a:solidFill>
                  <a:srgbClr val="000000"/>
                </a:solidFill>
                <a:latin typeface="Helvetica Neue Light"/>
                <a:ea typeface="Helvetica Neue Light"/>
                <a:cs typeface="Helvetica Neue Light"/>
                <a:sym typeface="Helvetica Neue Light"/>
              </a:defRPr>
            </a:lvl1pPr>
            <a:lvl2pPr indent="-338138" lvl="1" marL="914400" marR="0" rtl="0" algn="l">
              <a:lnSpc>
                <a:spcPct val="100000"/>
              </a:lnSpc>
              <a:spcBef>
                <a:spcPts val="2600"/>
              </a:spcBef>
              <a:spcAft>
                <a:spcPts val="0"/>
              </a:spcAft>
              <a:buClr>
                <a:srgbClr val="000000"/>
              </a:buClr>
              <a:buSzPts val="1725"/>
              <a:buFont typeface="Helvetica Neue Light"/>
              <a:buChar char="•"/>
              <a:defRPr b="0" i="0" sz="2300" u="none" cap="none" strike="noStrike">
                <a:solidFill>
                  <a:srgbClr val="000000"/>
                </a:solidFill>
                <a:latin typeface="Helvetica Neue Light"/>
                <a:ea typeface="Helvetica Neue Light"/>
                <a:cs typeface="Helvetica Neue Light"/>
                <a:sym typeface="Helvetica Neue Light"/>
              </a:defRPr>
            </a:lvl2pPr>
            <a:lvl3pPr indent="-338138" lvl="2" marL="1371600" marR="0" rtl="0" algn="l">
              <a:lnSpc>
                <a:spcPct val="100000"/>
              </a:lnSpc>
              <a:spcBef>
                <a:spcPts val="2600"/>
              </a:spcBef>
              <a:spcAft>
                <a:spcPts val="0"/>
              </a:spcAft>
              <a:buClr>
                <a:srgbClr val="000000"/>
              </a:buClr>
              <a:buSzPts val="1725"/>
              <a:buFont typeface="Helvetica Neue Light"/>
              <a:buChar char="•"/>
              <a:defRPr b="0" i="0" sz="2300" u="none" cap="none" strike="noStrike">
                <a:solidFill>
                  <a:srgbClr val="000000"/>
                </a:solidFill>
                <a:latin typeface="Helvetica Neue Light"/>
                <a:ea typeface="Helvetica Neue Light"/>
                <a:cs typeface="Helvetica Neue Light"/>
                <a:sym typeface="Helvetica Neue Light"/>
              </a:defRPr>
            </a:lvl3pPr>
            <a:lvl4pPr indent="-338138" lvl="3" marL="1828800" marR="0" rtl="0" algn="l">
              <a:lnSpc>
                <a:spcPct val="100000"/>
              </a:lnSpc>
              <a:spcBef>
                <a:spcPts val="2600"/>
              </a:spcBef>
              <a:spcAft>
                <a:spcPts val="0"/>
              </a:spcAft>
              <a:buClr>
                <a:srgbClr val="000000"/>
              </a:buClr>
              <a:buSzPts val="1725"/>
              <a:buFont typeface="Helvetica Neue Light"/>
              <a:buChar char="•"/>
              <a:defRPr b="0" i="0" sz="2300" u="none" cap="none" strike="noStrike">
                <a:solidFill>
                  <a:srgbClr val="000000"/>
                </a:solidFill>
                <a:latin typeface="Helvetica Neue Light"/>
                <a:ea typeface="Helvetica Neue Light"/>
                <a:cs typeface="Helvetica Neue Light"/>
                <a:sym typeface="Helvetica Neue Light"/>
              </a:defRPr>
            </a:lvl4pPr>
            <a:lvl5pPr indent="-338138" lvl="4" marL="2286000" marR="0" rtl="0" algn="l">
              <a:lnSpc>
                <a:spcPct val="100000"/>
              </a:lnSpc>
              <a:spcBef>
                <a:spcPts val="2600"/>
              </a:spcBef>
              <a:spcAft>
                <a:spcPts val="0"/>
              </a:spcAft>
              <a:buClr>
                <a:srgbClr val="000000"/>
              </a:buClr>
              <a:buSzPts val="1725"/>
              <a:buFont typeface="Helvetica Neue Light"/>
              <a:buChar char="•"/>
              <a:defRPr b="0" i="0" sz="2300" u="none" cap="none" strike="noStrike">
                <a:solidFill>
                  <a:srgbClr val="000000"/>
                </a:solidFill>
                <a:latin typeface="Helvetica Neue Light"/>
                <a:ea typeface="Helvetica Neue Light"/>
                <a:cs typeface="Helvetica Neue Light"/>
                <a:sym typeface="Helvetica Neue Light"/>
              </a:defRPr>
            </a:lvl5pPr>
            <a:lvl6pPr indent="-338138" lvl="5" marL="2743200" marR="0" rtl="0" algn="l">
              <a:lnSpc>
                <a:spcPct val="100000"/>
              </a:lnSpc>
              <a:spcBef>
                <a:spcPts val="2600"/>
              </a:spcBef>
              <a:spcAft>
                <a:spcPts val="0"/>
              </a:spcAft>
              <a:buClr>
                <a:srgbClr val="000000"/>
              </a:buClr>
              <a:buSzPts val="1725"/>
              <a:buFont typeface="Helvetica Neue Light"/>
              <a:buChar char="•"/>
              <a:defRPr b="0" i="0" sz="2300" u="none" cap="none" strike="noStrike">
                <a:solidFill>
                  <a:srgbClr val="000000"/>
                </a:solidFill>
                <a:latin typeface="Helvetica Neue Light"/>
                <a:ea typeface="Helvetica Neue Light"/>
                <a:cs typeface="Helvetica Neue Light"/>
                <a:sym typeface="Helvetica Neue Light"/>
              </a:defRPr>
            </a:lvl6pPr>
            <a:lvl7pPr indent="-338138" lvl="6" marL="3200400" marR="0" rtl="0" algn="l">
              <a:lnSpc>
                <a:spcPct val="100000"/>
              </a:lnSpc>
              <a:spcBef>
                <a:spcPts val="2600"/>
              </a:spcBef>
              <a:spcAft>
                <a:spcPts val="0"/>
              </a:spcAft>
              <a:buClr>
                <a:srgbClr val="000000"/>
              </a:buClr>
              <a:buSzPts val="1725"/>
              <a:buFont typeface="Helvetica Neue Light"/>
              <a:buChar char="•"/>
              <a:defRPr b="0" i="0" sz="2300" u="none" cap="none" strike="noStrike">
                <a:solidFill>
                  <a:srgbClr val="000000"/>
                </a:solidFill>
                <a:latin typeface="Helvetica Neue Light"/>
                <a:ea typeface="Helvetica Neue Light"/>
                <a:cs typeface="Helvetica Neue Light"/>
                <a:sym typeface="Helvetica Neue Light"/>
              </a:defRPr>
            </a:lvl7pPr>
            <a:lvl8pPr indent="-338138" lvl="7" marL="3657600" marR="0" rtl="0" algn="l">
              <a:lnSpc>
                <a:spcPct val="100000"/>
              </a:lnSpc>
              <a:spcBef>
                <a:spcPts val="2600"/>
              </a:spcBef>
              <a:spcAft>
                <a:spcPts val="0"/>
              </a:spcAft>
              <a:buClr>
                <a:srgbClr val="000000"/>
              </a:buClr>
              <a:buSzPts val="1725"/>
              <a:buFont typeface="Helvetica Neue Light"/>
              <a:buChar char="•"/>
              <a:defRPr b="0" i="0" sz="2300" u="none" cap="none" strike="noStrike">
                <a:solidFill>
                  <a:srgbClr val="000000"/>
                </a:solidFill>
                <a:latin typeface="Helvetica Neue Light"/>
                <a:ea typeface="Helvetica Neue Light"/>
                <a:cs typeface="Helvetica Neue Light"/>
                <a:sym typeface="Helvetica Neue Light"/>
              </a:defRPr>
            </a:lvl8pPr>
            <a:lvl9pPr indent="-338138" lvl="8" marL="4114800" marR="0" rtl="0" algn="l">
              <a:lnSpc>
                <a:spcPct val="100000"/>
              </a:lnSpc>
              <a:spcBef>
                <a:spcPts val="2600"/>
              </a:spcBef>
              <a:spcAft>
                <a:spcPts val="0"/>
              </a:spcAft>
              <a:buClr>
                <a:srgbClr val="000000"/>
              </a:buClr>
              <a:buSzPts val="1725"/>
              <a:buFont typeface="Helvetica Neue Light"/>
              <a:buChar char="•"/>
              <a:defRPr b="0" i="0" sz="2300" u="none" cap="none" strike="noStrike">
                <a:solidFill>
                  <a:srgbClr val="000000"/>
                </a:solidFill>
                <a:latin typeface="Helvetica Neue Light"/>
                <a:ea typeface="Helvetica Neue Light"/>
                <a:cs typeface="Helvetica Neue Light"/>
                <a:sym typeface="Helvetica Neue Light"/>
              </a:defRPr>
            </a:lvl9pPr>
          </a:lstStyle>
          <a:p/>
        </p:txBody>
      </p:sp>
      <p:sp>
        <p:nvSpPr>
          <p:cNvPr id="8" name="Google Shape;8;p23"/>
          <p:cNvSpPr txBox="1"/>
          <p:nvPr>
            <p:ph idx="12" type="sldNum"/>
          </p:nvPr>
        </p:nvSpPr>
        <p:spPr>
          <a:xfrm>
            <a:off x="4248150" y="4673600"/>
            <a:ext cx="647700" cy="723900"/>
          </a:xfrm>
          <a:prstGeom prst="rect">
            <a:avLst/>
          </a:prstGeom>
          <a:noFill/>
          <a:ln>
            <a:noFill/>
          </a:ln>
        </p:spPr>
        <p:txBody>
          <a:bodyPr anchorCtr="0" anchor="t" bIns="50800" lIns="50800" spcFirstLastPara="1" rIns="50800" wrap="square" tIns="50800">
            <a:spAutoFit/>
          </a:bodyPr>
          <a:lstStyle>
            <a:lvl1pPr indent="0" lvl="0" marL="0" marR="0" rtl="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1pPr>
            <a:lvl2pPr indent="0" lvl="1" marL="0" marR="0" rtl="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2pPr>
            <a:lvl3pPr indent="0" lvl="2" marL="0" marR="0" rtl="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3pPr>
            <a:lvl4pPr indent="0" lvl="3" marL="0" marR="0" rtl="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4pPr>
            <a:lvl5pPr indent="0" lvl="4" marL="0" marR="0" rtl="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5pPr>
            <a:lvl6pPr indent="0" lvl="5" marL="0" marR="0" rtl="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6pPr>
            <a:lvl7pPr indent="0" lvl="6" marL="0" marR="0" rtl="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7pPr>
            <a:lvl8pPr indent="0" lvl="7" marL="0" marR="0" rtl="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8pPr>
            <a:lvl9pPr indent="0" lvl="8" marL="0" marR="0" rtl="0" algn="ctr">
              <a:lnSpc>
                <a:spcPct val="100000"/>
              </a:lnSpc>
              <a:spcBef>
                <a:spcPts val="0"/>
              </a:spcBef>
              <a:spcAft>
                <a:spcPts val="0"/>
              </a:spcAft>
              <a:buClr>
                <a:srgbClr val="000000"/>
              </a:buClr>
              <a:buSzPts val="4200"/>
              <a:buFont typeface="Gill Sans"/>
              <a:buNone/>
              <a:defRPr b="0" i="0" sz="4200" u="none" cap="none" strike="noStrike">
                <a:solidFill>
                  <a:srgbClr val="000000"/>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 name="Shape 35"/>
        <p:cNvGrpSpPr/>
        <p:nvPr/>
      </p:nvGrpSpPr>
      <p:grpSpPr>
        <a:xfrm>
          <a:off x="0" y="0"/>
          <a:ext cx="0" cy="0"/>
          <a:chOff x="0" y="0"/>
          <a:chExt cx="0" cy="0"/>
        </a:xfrm>
      </p:grpSpPr>
      <p:sp>
        <p:nvSpPr>
          <p:cNvPr id="36" name="Google Shape;36;p69"/>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69"/>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38" name="Google Shape;38;p69"/>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39" name="Google Shape;39;p6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9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40" name="Google Shape;40;p6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None/>
              <a:defRPr b="0" i="0" sz="9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None/>
              <a:defRPr b="0" i="0" sz="9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None/>
              <a:defRPr b="0" i="0" sz="9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None/>
              <a:defRPr b="0" i="0" sz="9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None/>
              <a:defRPr b="0" i="0" sz="9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None/>
              <a:defRPr b="0" i="0" sz="9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None/>
              <a:defRPr b="0" i="0" sz="9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None/>
              <a:defRPr b="0" i="0" sz="9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4.jpg"/><Relationship Id="rId6"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9.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9.png"/><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9.pn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9.pn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9.png"/><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9.png"/><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9.png"/><Relationship Id="rId4"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9.png"/><Relationship Id="rId4" Type="http://schemas.openxmlformats.org/officeDocument/2006/relationships/image" Target="../media/image23.png"/><Relationship Id="rId9" Type="http://schemas.openxmlformats.org/officeDocument/2006/relationships/image" Target="../media/image18.png"/><Relationship Id="rId5" Type="http://schemas.openxmlformats.org/officeDocument/2006/relationships/image" Target="../media/image12.png"/><Relationship Id="rId6" Type="http://schemas.openxmlformats.org/officeDocument/2006/relationships/image" Target="../media/image26.png"/><Relationship Id="rId7" Type="http://schemas.openxmlformats.org/officeDocument/2006/relationships/image" Target="../media/image24.png"/><Relationship Id="rId8"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 Id="rId3" Type="http://schemas.openxmlformats.org/officeDocument/2006/relationships/image" Target="../media/image9.png"/><Relationship Id="rId4"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9.png"/><Relationship Id="rId4"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grpSp>
        <p:nvGrpSpPr>
          <p:cNvPr id="114" name="Google Shape;114;p1"/>
          <p:cNvGrpSpPr/>
          <p:nvPr/>
        </p:nvGrpSpPr>
        <p:grpSpPr>
          <a:xfrm>
            <a:off x="-12700" y="3811548"/>
            <a:ext cx="9169400" cy="1360567"/>
            <a:chOff x="0" y="0"/>
            <a:chExt cx="9169400" cy="1360566"/>
          </a:xfrm>
        </p:grpSpPr>
        <p:sp>
          <p:nvSpPr>
            <p:cNvPr id="115" name="Google Shape;115;p1"/>
            <p:cNvSpPr/>
            <p:nvPr/>
          </p:nvSpPr>
          <p:spPr>
            <a:xfrm>
              <a:off x="0" y="0"/>
              <a:ext cx="9169400" cy="158356"/>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116" name="Google Shape;116;p1"/>
            <p:cNvSpPr/>
            <p:nvPr/>
          </p:nvSpPr>
          <p:spPr>
            <a:xfrm>
              <a:off x="10188" y="87037"/>
              <a:ext cx="9149024" cy="1273529"/>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117" name="Google Shape;117;p1"/>
          <p:cNvSpPr/>
          <p:nvPr/>
        </p:nvSpPr>
        <p:spPr>
          <a:xfrm>
            <a:off x="444138" y="4237831"/>
            <a:ext cx="7454536" cy="595035"/>
          </a:xfrm>
          <a:prstGeom prst="rect">
            <a:avLst/>
          </a:prstGeom>
          <a:noFill/>
          <a:ln>
            <a:noFill/>
          </a:ln>
        </p:spPr>
        <p:txBody>
          <a:bodyPr anchorCtr="0" anchor="ctr" bIns="50800" lIns="50800" spcFirstLastPara="1" rIns="50800" wrap="square" tIns="50800">
            <a:spAutoFit/>
          </a:bodyPr>
          <a:lstStyle/>
          <a:p>
            <a:pPr indent="0" lvl="0" marL="40639" marR="40639" rtl="0" algn="ctr">
              <a:lnSpc>
                <a:spcPct val="100000"/>
              </a:lnSpc>
              <a:spcBef>
                <a:spcPts val="0"/>
              </a:spcBef>
              <a:spcAft>
                <a:spcPts val="0"/>
              </a:spcAft>
              <a:buClr>
                <a:schemeClr val="lt1"/>
              </a:buClr>
              <a:buSzPts val="3200"/>
              <a:buFont typeface="Arial"/>
              <a:buNone/>
            </a:pPr>
            <a:r>
              <a:rPr b="1" i="0" lang="en-GB" sz="3200" u="none" cap="none" strike="noStrike">
                <a:solidFill>
                  <a:schemeClr val="lt1"/>
                </a:solidFill>
                <a:latin typeface="Trebuchet MS"/>
                <a:ea typeface="Trebuchet MS"/>
                <a:cs typeface="Trebuchet MS"/>
                <a:sym typeface="Trebuchet MS"/>
              </a:rPr>
              <a:t>BANK PRODUCTS AND SERVICES</a:t>
            </a:r>
            <a:endParaRPr b="1" i="0" sz="3200" u="none" cap="none" strike="noStrike">
              <a:solidFill>
                <a:schemeClr val="lt1"/>
              </a:solidFill>
              <a:latin typeface="Trebuchet MS"/>
              <a:ea typeface="Trebuchet MS"/>
              <a:cs typeface="Trebuchet MS"/>
              <a:sym typeface="Trebuchet MS"/>
            </a:endParaRPr>
          </a:p>
        </p:txBody>
      </p:sp>
      <p:pic>
        <p:nvPicPr>
          <p:cNvPr id="118" name="Google Shape;118;p1"/>
          <p:cNvPicPr preferRelativeResize="0"/>
          <p:nvPr/>
        </p:nvPicPr>
        <p:blipFill rotWithShape="1">
          <a:blip r:embed="rId3">
            <a:alphaModFix/>
          </a:blip>
          <a:srcRect b="0" l="0" r="0" t="0"/>
          <a:stretch/>
        </p:blipFill>
        <p:spPr>
          <a:xfrm>
            <a:off x="3202365" y="1038465"/>
            <a:ext cx="2565099" cy="1999269"/>
          </a:xfrm>
          <a:prstGeom prst="rect">
            <a:avLst/>
          </a:prstGeom>
          <a:noFill/>
          <a:ln>
            <a:noFill/>
          </a:ln>
        </p:spPr>
      </p:pic>
      <p:sp>
        <p:nvSpPr>
          <p:cNvPr id="119" name="Google Shape;119;p1"/>
          <p:cNvSpPr/>
          <p:nvPr/>
        </p:nvSpPr>
        <p:spPr>
          <a:xfrm>
            <a:off x="3443591" y="2587557"/>
            <a:ext cx="2224392" cy="499354"/>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50800" lIns="50800" spcFirstLastPara="1" rIns="50800" wrap="square" tIns="50800">
            <a:sp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123" name="Shape 123"/>
        <p:cNvGrpSpPr/>
        <p:nvPr/>
      </p:nvGrpSpPr>
      <p:grpSpPr>
        <a:xfrm>
          <a:off x="0" y="0"/>
          <a:ext cx="0" cy="0"/>
          <a:chOff x="0" y="0"/>
          <a:chExt cx="0" cy="0"/>
        </a:xfrm>
      </p:grpSpPr>
      <p:pic>
        <p:nvPicPr>
          <p:cNvPr id="124" name="Google Shape;124;p3"/>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125" name="Google Shape;125;p3"/>
          <p:cNvGrpSpPr/>
          <p:nvPr/>
        </p:nvGrpSpPr>
        <p:grpSpPr>
          <a:xfrm>
            <a:off x="611321" y="663118"/>
            <a:ext cx="8564529" cy="62974"/>
            <a:chOff x="0" y="0"/>
            <a:chExt cx="8564527" cy="62973"/>
          </a:xfrm>
        </p:grpSpPr>
        <p:sp>
          <p:nvSpPr>
            <p:cNvPr id="126" name="Google Shape;126;p3"/>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just">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127" name="Google Shape;127;p3"/>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just">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128" name="Google Shape;128;p3"/>
          <p:cNvSpPr/>
          <p:nvPr/>
        </p:nvSpPr>
        <p:spPr>
          <a:xfrm>
            <a:off x="549897" y="258989"/>
            <a:ext cx="2472152" cy="456535"/>
          </a:xfrm>
          <a:prstGeom prst="rect">
            <a:avLst/>
          </a:prstGeom>
          <a:noFill/>
          <a:ln>
            <a:noFill/>
          </a:ln>
        </p:spPr>
        <p:txBody>
          <a:bodyPr anchorCtr="0" anchor="ctr" bIns="50800" lIns="50800" spcFirstLastPara="1" rIns="50800" wrap="square" tIns="50800">
            <a:spAutoFit/>
          </a:bodyPr>
          <a:lstStyle/>
          <a:p>
            <a:pPr indent="0" lvl="0" marL="40639" marR="40639" rtl="0" algn="just">
              <a:lnSpc>
                <a:spcPct val="100000"/>
              </a:lnSpc>
              <a:spcBef>
                <a:spcPts val="0"/>
              </a:spcBef>
              <a:spcAft>
                <a:spcPts val="0"/>
              </a:spcAft>
              <a:buClr>
                <a:srgbClr val="1C4175"/>
              </a:buClr>
              <a:buSzPts val="2300"/>
              <a:buFont typeface="Avenir"/>
              <a:buNone/>
            </a:pPr>
            <a:r>
              <a:rPr b="0" i="0" lang="en-GB" sz="2300" u="none" cap="none" strike="noStrike">
                <a:solidFill>
                  <a:srgbClr val="1C4175"/>
                </a:solidFill>
                <a:latin typeface="Avenir"/>
                <a:ea typeface="Avenir"/>
                <a:cs typeface="Avenir"/>
                <a:sym typeface="Avenir"/>
              </a:rPr>
              <a:t>INTORDUCTION</a:t>
            </a:r>
            <a:endParaRPr b="0" i="0" sz="2300" u="none" cap="none" strike="noStrike">
              <a:solidFill>
                <a:srgbClr val="1C4175"/>
              </a:solidFill>
              <a:latin typeface="Avenir"/>
              <a:ea typeface="Avenir"/>
              <a:cs typeface="Avenir"/>
              <a:sym typeface="Avenir"/>
            </a:endParaRPr>
          </a:p>
        </p:txBody>
      </p:sp>
      <p:sp>
        <p:nvSpPr>
          <p:cNvPr id="129" name="Google Shape;129;p3"/>
          <p:cNvSpPr/>
          <p:nvPr/>
        </p:nvSpPr>
        <p:spPr>
          <a:xfrm>
            <a:off x="611321" y="1153938"/>
            <a:ext cx="8109879" cy="3606115"/>
          </a:xfrm>
          <a:prstGeom prst="rect">
            <a:avLst/>
          </a:prstGeom>
          <a:noFill/>
          <a:ln>
            <a:noFill/>
          </a:ln>
        </p:spPr>
        <p:txBody>
          <a:bodyPr anchorCtr="0" anchor="t" bIns="50800" lIns="50800" spcFirstLastPara="1" rIns="50800" wrap="square" tIns="50800">
            <a:spAutoFit/>
          </a:bodyPr>
          <a:lstStyle/>
          <a:p>
            <a:pPr indent="0" lvl="0" marL="0" marR="0" rtl="0" algn="just">
              <a:lnSpc>
                <a:spcPct val="115000"/>
              </a:lnSpc>
              <a:spcBef>
                <a:spcPts val="0"/>
              </a:spcBef>
              <a:spcAft>
                <a:spcPts val="0"/>
              </a:spcAft>
              <a:buClr>
                <a:schemeClr val="dk1"/>
              </a:buClr>
              <a:buSzPts val="1100"/>
              <a:buFont typeface="Arial"/>
              <a:buNone/>
            </a:pPr>
            <a:r>
              <a:rPr b="0" i="0" lang="en-GB" sz="1600" u="none" cap="none" strike="noStrike">
                <a:solidFill>
                  <a:srgbClr val="013260"/>
                </a:solidFill>
                <a:latin typeface="Trebuchet MS"/>
                <a:ea typeface="Trebuchet MS"/>
                <a:cs typeface="Trebuchet MS"/>
                <a:sym typeface="Trebuchet MS"/>
              </a:rPr>
              <a:t>Premier Bank is a privately owned Sharia-compliant commercial bank incorporated in Somalia in 2013 and licensed by the Central Bank of Somalia in 2014. We believe in the promise of a new Somalia. We all have a role to play in rebuilding Somalia. Together, we can make a difference. It is this philosophy that guides our efforts to help (in our own small way) rebuild Somalia and encourage economic and community development.</a:t>
            </a:r>
            <a:endParaRPr b="0" i="0" sz="1600" u="none" cap="none" strike="noStrike">
              <a:solidFill>
                <a:srgbClr val="013260"/>
              </a:solidFill>
              <a:latin typeface="Trebuchet MS"/>
              <a:ea typeface="Trebuchet MS"/>
              <a:cs typeface="Trebuchet MS"/>
              <a:sym typeface="Trebuchet MS"/>
            </a:endParaRPr>
          </a:p>
          <a:p>
            <a:pPr indent="0" lvl="0" marL="0" marR="0" rtl="0" algn="just">
              <a:lnSpc>
                <a:spcPct val="115000"/>
              </a:lnSpc>
              <a:spcBef>
                <a:spcPts val="1900"/>
              </a:spcBef>
              <a:spcAft>
                <a:spcPts val="0"/>
              </a:spcAft>
              <a:buClr>
                <a:schemeClr val="dk1"/>
              </a:buClr>
              <a:buSzPts val="1100"/>
              <a:buFont typeface="Arial"/>
              <a:buNone/>
            </a:pPr>
            <a:r>
              <a:rPr b="0" i="0" lang="en-GB" sz="1600" u="none" cap="none" strike="noStrike">
                <a:solidFill>
                  <a:srgbClr val="013260"/>
                </a:solidFill>
                <a:latin typeface="Trebuchet MS"/>
                <a:ea typeface="Trebuchet MS"/>
                <a:cs typeface="Trebuchet MS"/>
                <a:sym typeface="Trebuchet MS"/>
              </a:rPr>
              <a:t>Our diverse knowledge of local financing requirements enables us to meet and service the needs of Somalia’s dynamic economy by introducing modern banking practices to the country. We offer comprehensive one-stop financial solutions to our customers who include private and government institutions, corporate and SME businesses as well as private individuals in Somalia.</a:t>
            </a:r>
            <a:endParaRPr b="0" i="0" sz="1600" u="none" cap="none" strike="noStrike">
              <a:solidFill>
                <a:srgbClr val="013260"/>
              </a:solidFill>
              <a:latin typeface="Trebuchet MS"/>
              <a:ea typeface="Trebuchet MS"/>
              <a:cs typeface="Trebuchet MS"/>
              <a:sym typeface="Trebuchet MS"/>
            </a:endParaRPr>
          </a:p>
          <a:p>
            <a:pPr indent="0" lvl="0" marL="40639" marR="40639" rtl="0" algn="just">
              <a:lnSpc>
                <a:spcPct val="100000"/>
              </a:lnSpc>
              <a:spcBef>
                <a:spcPts val="1900"/>
              </a:spcBef>
              <a:spcAft>
                <a:spcPts val="0"/>
              </a:spcAft>
              <a:buClr>
                <a:srgbClr val="1A4276"/>
              </a:buClr>
              <a:buSzPts val="1200"/>
              <a:buFont typeface="Verdana"/>
              <a:buNone/>
            </a:pPr>
            <a:r>
              <a:t/>
            </a:r>
            <a:endParaRPr b="0" i="0" sz="1200" u="none" cap="none" strike="noStrike">
              <a:solidFill>
                <a:srgbClr val="1A4276"/>
              </a:solidFill>
              <a:latin typeface="Verdana"/>
              <a:ea typeface="Verdana"/>
              <a:cs typeface="Verdana"/>
              <a:sym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133" name="Shape 133"/>
        <p:cNvGrpSpPr/>
        <p:nvPr/>
      </p:nvGrpSpPr>
      <p:grpSpPr>
        <a:xfrm>
          <a:off x="0" y="0"/>
          <a:ext cx="0" cy="0"/>
          <a:chOff x="0" y="0"/>
          <a:chExt cx="0" cy="0"/>
        </a:xfrm>
      </p:grpSpPr>
      <p:pic>
        <p:nvPicPr>
          <p:cNvPr id="134" name="Google Shape;134;p29"/>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135" name="Google Shape;135;p29"/>
          <p:cNvGrpSpPr/>
          <p:nvPr/>
        </p:nvGrpSpPr>
        <p:grpSpPr>
          <a:xfrm>
            <a:off x="611321" y="663118"/>
            <a:ext cx="8564529" cy="62974"/>
            <a:chOff x="0" y="0"/>
            <a:chExt cx="8564527" cy="62973"/>
          </a:xfrm>
        </p:grpSpPr>
        <p:sp>
          <p:nvSpPr>
            <p:cNvPr id="136" name="Google Shape;136;p29"/>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137" name="Google Shape;137;p29"/>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138" name="Google Shape;138;p29"/>
          <p:cNvSpPr/>
          <p:nvPr/>
        </p:nvSpPr>
        <p:spPr>
          <a:xfrm>
            <a:off x="549901" y="140108"/>
            <a:ext cx="4968253" cy="456535"/>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300"/>
              <a:buFont typeface="Avenir"/>
              <a:buNone/>
            </a:pPr>
            <a:r>
              <a:rPr b="0" i="0" lang="en-GB" sz="2300" u="none" cap="none" strike="noStrike">
                <a:solidFill>
                  <a:srgbClr val="1C4175"/>
                </a:solidFill>
                <a:latin typeface="Avenir"/>
                <a:ea typeface="Avenir"/>
                <a:cs typeface="Avenir"/>
                <a:sym typeface="Avenir"/>
              </a:rPr>
              <a:t>MISSION, VISION AND CORE VALUE</a:t>
            </a:r>
            <a:endParaRPr/>
          </a:p>
        </p:txBody>
      </p:sp>
      <p:sp>
        <p:nvSpPr>
          <p:cNvPr id="139" name="Google Shape;139;p29"/>
          <p:cNvSpPr/>
          <p:nvPr/>
        </p:nvSpPr>
        <p:spPr>
          <a:xfrm>
            <a:off x="2557112" y="892044"/>
            <a:ext cx="3782727" cy="1432089"/>
          </a:xfrm>
          <a:custGeom>
            <a:rect b="b" l="l" r="r" t="t"/>
            <a:pathLst>
              <a:path extrusionOk="0" h="817982" w="4463694">
                <a:moveTo>
                  <a:pt x="4463694" y="817981"/>
                </a:moveTo>
                <a:lnTo>
                  <a:pt x="408991" y="817981"/>
                </a:lnTo>
                <a:lnTo>
                  <a:pt x="0" y="408991"/>
                </a:lnTo>
                <a:lnTo>
                  <a:pt x="408991" y="1"/>
                </a:lnTo>
                <a:lnTo>
                  <a:pt x="4463694" y="1"/>
                </a:lnTo>
                <a:lnTo>
                  <a:pt x="4463694" y="817981"/>
                </a:lnTo>
                <a:close/>
              </a:path>
            </a:pathLst>
          </a:custGeom>
          <a:solidFill>
            <a:srgbClr val="013260"/>
          </a:solidFill>
          <a:ln cap="flat" cmpd="sng" w="25400">
            <a:solidFill>
              <a:schemeClr val="lt1"/>
            </a:solidFill>
            <a:prstDash val="solid"/>
            <a:round/>
            <a:headEnd len="sm" w="sm" type="none"/>
            <a:tailEnd len="sm" w="sm" type="none"/>
          </a:ln>
        </p:spPr>
        <p:txBody>
          <a:bodyPr anchorCtr="0" anchor="ctr" bIns="60950" lIns="565200" spcFirstLastPara="1" rIns="113775" wrap="square" tIns="60950">
            <a:noAutofit/>
          </a:bodyPr>
          <a:lstStyle/>
          <a:p>
            <a:pPr indent="0" lvl="0" marL="0" marR="0" rtl="0" algn="ctr">
              <a:lnSpc>
                <a:spcPct val="90000"/>
              </a:lnSpc>
              <a:spcBef>
                <a:spcPts val="0"/>
              </a:spcBef>
              <a:spcAft>
                <a:spcPts val="0"/>
              </a:spcAft>
              <a:buClr>
                <a:srgbClr val="000000"/>
              </a:buClr>
              <a:buSzPts val="1200"/>
              <a:buFont typeface="Arial"/>
              <a:buNone/>
            </a:pPr>
            <a:r>
              <a:rPr b="1" i="0" lang="en-GB" sz="1200" u="none" cap="none" strike="noStrike">
                <a:solidFill>
                  <a:schemeClr val="lt1"/>
                </a:solidFill>
                <a:latin typeface="Trebuchet MS"/>
                <a:ea typeface="Trebuchet MS"/>
                <a:cs typeface="Trebuchet MS"/>
                <a:sym typeface="Trebuchet MS"/>
              </a:rPr>
              <a:t>To provide transformative and accessible financial solutions through excellent services for a better society</a:t>
            </a:r>
            <a:endParaRPr b="1" i="0" sz="1200" u="none" cap="none" strike="noStrike">
              <a:solidFill>
                <a:schemeClr val="lt1"/>
              </a:solidFill>
              <a:latin typeface="Arial"/>
              <a:ea typeface="Arial"/>
              <a:cs typeface="Arial"/>
              <a:sym typeface="Arial"/>
            </a:endParaRPr>
          </a:p>
        </p:txBody>
      </p:sp>
      <p:sp>
        <p:nvSpPr>
          <p:cNvPr id="140" name="Google Shape;140;p29"/>
          <p:cNvSpPr/>
          <p:nvPr/>
        </p:nvSpPr>
        <p:spPr>
          <a:xfrm>
            <a:off x="794830" y="892044"/>
            <a:ext cx="1510606" cy="1432089"/>
          </a:xfrm>
          <a:prstGeom prst="ellipse">
            <a:avLst/>
          </a:prstGeom>
          <a:blipFill rotWithShape="1">
            <a:blip r:embed="rId4">
              <a:alphaModFix/>
            </a:blip>
            <a:stretch>
              <a:fillRect b="0" l="-9000" r="-9000" t="0"/>
            </a:stretch>
          </a:blipFill>
          <a:ln cap="flat" cmpd="sng" w="254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1" name="Google Shape;141;p29"/>
          <p:cNvSpPr/>
          <p:nvPr/>
        </p:nvSpPr>
        <p:spPr>
          <a:xfrm>
            <a:off x="2557112" y="3061635"/>
            <a:ext cx="3782726" cy="1106025"/>
          </a:xfrm>
          <a:custGeom>
            <a:rect b="b" l="l" r="r" t="t"/>
            <a:pathLst>
              <a:path extrusionOk="0" h="817982" w="4463694">
                <a:moveTo>
                  <a:pt x="4463694" y="817981"/>
                </a:moveTo>
                <a:lnTo>
                  <a:pt x="408991" y="817981"/>
                </a:lnTo>
                <a:lnTo>
                  <a:pt x="0" y="408991"/>
                </a:lnTo>
                <a:lnTo>
                  <a:pt x="408991" y="1"/>
                </a:lnTo>
                <a:lnTo>
                  <a:pt x="4463694" y="1"/>
                </a:lnTo>
                <a:lnTo>
                  <a:pt x="4463694" y="817981"/>
                </a:lnTo>
                <a:close/>
              </a:path>
            </a:pathLst>
          </a:custGeom>
          <a:solidFill>
            <a:srgbClr val="013260"/>
          </a:solidFill>
          <a:ln cap="flat" cmpd="sng" w="25400">
            <a:solidFill>
              <a:schemeClr val="lt1"/>
            </a:solidFill>
            <a:prstDash val="solid"/>
            <a:round/>
            <a:headEnd len="sm" w="sm" type="none"/>
            <a:tailEnd len="sm" w="sm" type="none"/>
          </a:ln>
        </p:spPr>
        <p:txBody>
          <a:bodyPr anchorCtr="0" anchor="ctr" bIns="60950" lIns="565200" spcFirstLastPara="1" rIns="113775" wrap="square" tIns="60950">
            <a:noAutofit/>
          </a:bodyPr>
          <a:lstStyle/>
          <a:p>
            <a:pPr indent="0" lvl="0" marL="0" marR="0" rtl="0" algn="ctr">
              <a:lnSpc>
                <a:spcPct val="90000"/>
              </a:lnSpc>
              <a:spcBef>
                <a:spcPts val="0"/>
              </a:spcBef>
              <a:spcAft>
                <a:spcPts val="0"/>
              </a:spcAft>
              <a:buClr>
                <a:srgbClr val="000000"/>
              </a:buClr>
              <a:buSzPts val="1200"/>
              <a:buFont typeface="Arial"/>
              <a:buNone/>
            </a:pPr>
            <a:r>
              <a:rPr b="0" i="0" lang="en-GB" sz="1200" u="none" cap="none" strike="noStrike">
                <a:solidFill>
                  <a:schemeClr val="lt1"/>
                </a:solidFill>
                <a:latin typeface="Trebuchet MS"/>
                <a:ea typeface="Trebuchet MS"/>
                <a:cs typeface="Trebuchet MS"/>
                <a:sym typeface="Trebuchet MS"/>
              </a:rPr>
              <a:t>To Be The Best Bank</a:t>
            </a:r>
            <a:br>
              <a:rPr b="0" i="0" lang="en-GB" sz="1200" u="none" cap="none" strike="noStrike">
                <a:solidFill>
                  <a:schemeClr val="lt1"/>
                </a:solidFill>
                <a:latin typeface="Trebuchet MS"/>
                <a:ea typeface="Trebuchet MS"/>
                <a:cs typeface="Trebuchet MS"/>
                <a:sym typeface="Trebuchet MS"/>
              </a:rPr>
            </a:br>
            <a:r>
              <a:rPr b="0" i="0" lang="en-GB" sz="1200" u="none" cap="none" strike="noStrike">
                <a:solidFill>
                  <a:schemeClr val="lt1"/>
                </a:solidFill>
                <a:latin typeface="Trebuchet MS"/>
                <a:ea typeface="Trebuchet MS"/>
                <a:cs typeface="Trebuchet MS"/>
                <a:sym typeface="Trebuchet MS"/>
              </a:rPr>
              <a:t>That Customers Will Ever Want</a:t>
            </a:r>
            <a:endParaRPr b="0" i="0" sz="1200" u="none" cap="none" strike="noStrike">
              <a:solidFill>
                <a:schemeClr val="lt1"/>
              </a:solidFill>
              <a:latin typeface="Arial"/>
              <a:ea typeface="Arial"/>
              <a:cs typeface="Arial"/>
              <a:sym typeface="Arial"/>
            </a:endParaRPr>
          </a:p>
        </p:txBody>
      </p:sp>
      <p:sp>
        <p:nvSpPr>
          <p:cNvPr id="142" name="Google Shape;142;p29"/>
          <p:cNvSpPr/>
          <p:nvPr/>
        </p:nvSpPr>
        <p:spPr>
          <a:xfrm>
            <a:off x="794829" y="3061637"/>
            <a:ext cx="1510606" cy="1106023"/>
          </a:xfrm>
          <a:prstGeom prst="ellipse">
            <a:avLst/>
          </a:prstGeom>
          <a:blipFill rotWithShape="1">
            <a:blip r:embed="rId5">
              <a:alphaModFix/>
            </a:blip>
            <a:stretch>
              <a:fillRect b="0" l="0" r="0" t="0"/>
            </a:stretch>
          </a:blipFill>
          <a:ln cap="flat" cmpd="sng" w="254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43" name="Google Shape;143;p29"/>
          <p:cNvPicPr preferRelativeResize="0"/>
          <p:nvPr/>
        </p:nvPicPr>
        <p:blipFill rotWithShape="1">
          <a:blip r:embed="rId6">
            <a:alphaModFix/>
          </a:blip>
          <a:srcRect b="0" l="0" r="0" t="0"/>
          <a:stretch/>
        </p:blipFill>
        <p:spPr>
          <a:xfrm>
            <a:off x="6682740" y="1451241"/>
            <a:ext cx="2156459" cy="26897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147" name="Shape 147"/>
        <p:cNvGrpSpPr/>
        <p:nvPr/>
      </p:nvGrpSpPr>
      <p:grpSpPr>
        <a:xfrm>
          <a:off x="0" y="0"/>
          <a:ext cx="0" cy="0"/>
          <a:chOff x="0" y="0"/>
          <a:chExt cx="0" cy="0"/>
        </a:xfrm>
      </p:grpSpPr>
      <p:pic>
        <p:nvPicPr>
          <p:cNvPr id="148" name="Google Shape;148;p30"/>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149" name="Google Shape;149;p30"/>
          <p:cNvGrpSpPr/>
          <p:nvPr/>
        </p:nvGrpSpPr>
        <p:grpSpPr>
          <a:xfrm>
            <a:off x="611321" y="663118"/>
            <a:ext cx="8564529" cy="62974"/>
            <a:chOff x="0" y="0"/>
            <a:chExt cx="8564527" cy="62973"/>
          </a:xfrm>
        </p:grpSpPr>
        <p:sp>
          <p:nvSpPr>
            <p:cNvPr id="150" name="Google Shape;150;p30"/>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151" name="Google Shape;151;p30"/>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152" name="Google Shape;152;p30"/>
          <p:cNvSpPr/>
          <p:nvPr/>
        </p:nvSpPr>
        <p:spPr>
          <a:xfrm>
            <a:off x="549901" y="140108"/>
            <a:ext cx="4968253" cy="456535"/>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300"/>
              <a:buFont typeface="Avenir"/>
              <a:buNone/>
            </a:pPr>
            <a:r>
              <a:rPr b="0" i="0" lang="en-GB" sz="2300" u="none" cap="none" strike="noStrike">
                <a:solidFill>
                  <a:srgbClr val="1C4175"/>
                </a:solidFill>
                <a:latin typeface="Avenir"/>
                <a:ea typeface="Avenir"/>
                <a:cs typeface="Avenir"/>
                <a:sym typeface="Avenir"/>
              </a:rPr>
              <a:t>MISSION, VISION AND CORE VALUE</a:t>
            </a:r>
            <a:endParaRPr/>
          </a:p>
        </p:txBody>
      </p:sp>
      <p:sp>
        <p:nvSpPr>
          <p:cNvPr id="153" name="Google Shape;153;p30"/>
          <p:cNvSpPr/>
          <p:nvPr/>
        </p:nvSpPr>
        <p:spPr>
          <a:xfrm>
            <a:off x="1493520" y="816284"/>
            <a:ext cx="7305020" cy="4073700"/>
          </a:xfrm>
          <a:custGeom>
            <a:rect b="b" l="l" r="r" t="t"/>
            <a:pathLst>
              <a:path extrusionOk="0" h="817982" w="4463694">
                <a:moveTo>
                  <a:pt x="4463694" y="817981"/>
                </a:moveTo>
                <a:lnTo>
                  <a:pt x="408991" y="817981"/>
                </a:lnTo>
                <a:lnTo>
                  <a:pt x="0" y="408991"/>
                </a:lnTo>
                <a:lnTo>
                  <a:pt x="408991" y="1"/>
                </a:lnTo>
                <a:lnTo>
                  <a:pt x="4463694" y="1"/>
                </a:lnTo>
                <a:lnTo>
                  <a:pt x="4463694" y="817981"/>
                </a:lnTo>
                <a:close/>
              </a:path>
            </a:pathLst>
          </a:custGeom>
          <a:solidFill>
            <a:srgbClr val="013260"/>
          </a:solidFill>
          <a:ln cap="flat" cmpd="sng" w="25400">
            <a:solidFill>
              <a:schemeClr val="lt1"/>
            </a:solidFill>
            <a:prstDash val="solid"/>
            <a:round/>
            <a:headEnd len="sm" w="sm" type="none"/>
            <a:tailEnd len="sm" w="sm" type="none"/>
          </a:ln>
        </p:spPr>
        <p:txBody>
          <a:bodyPr anchorCtr="0" anchor="ctr" bIns="148575" lIns="565200" spcFirstLastPara="1" rIns="277350" wrap="square" tIns="148575">
            <a:noAutofit/>
          </a:bodyPr>
          <a:lstStyle/>
          <a:p>
            <a:pPr indent="0" lvl="0" marL="0" marR="0" rtl="0" algn="l">
              <a:lnSpc>
                <a:spcPct val="90000"/>
              </a:lnSpc>
              <a:spcBef>
                <a:spcPts val="0"/>
              </a:spcBef>
              <a:spcAft>
                <a:spcPts val="0"/>
              </a:spcAft>
              <a:buClr>
                <a:srgbClr val="000000"/>
              </a:buClr>
              <a:buSzPts val="1400"/>
              <a:buFont typeface="Arial"/>
              <a:buNone/>
            </a:pPr>
            <a:r>
              <a:rPr b="1" i="0" lang="en-GB" sz="1400" u="none" cap="none" strike="noStrike">
                <a:solidFill>
                  <a:srgbClr val="92D050"/>
                </a:solidFill>
                <a:latin typeface="Trebuchet MS"/>
                <a:ea typeface="Trebuchet MS"/>
                <a:cs typeface="Trebuchet MS"/>
                <a:sym typeface="Trebuchet MS"/>
              </a:rPr>
              <a:t>People First </a:t>
            </a:r>
            <a:r>
              <a:rPr b="0" i="0" lang="en-GB" sz="1400" u="none" cap="none" strike="noStrike">
                <a:solidFill>
                  <a:schemeClr val="lt1"/>
                </a:solidFill>
                <a:latin typeface="Trebuchet MS"/>
                <a:ea typeface="Trebuchet MS"/>
                <a:cs typeface="Trebuchet MS"/>
                <a:sym typeface="Trebuchet MS"/>
              </a:rPr>
              <a:t>We build relationships. We are professional.</a:t>
            </a:r>
            <a:br>
              <a:rPr b="0" i="0" lang="en-GB" sz="1400" u="none" cap="none" strike="noStrike">
                <a:solidFill>
                  <a:schemeClr val="lt1"/>
                </a:solidFill>
                <a:latin typeface="Trebuchet MS"/>
                <a:ea typeface="Trebuchet MS"/>
                <a:cs typeface="Trebuchet MS"/>
                <a:sym typeface="Trebuchet MS"/>
              </a:rPr>
            </a:br>
            <a:r>
              <a:rPr b="0" i="0" lang="en-GB" sz="1400" u="none" cap="none" strike="noStrike">
                <a:solidFill>
                  <a:schemeClr val="lt1"/>
                </a:solidFill>
                <a:latin typeface="Trebuchet MS"/>
                <a:ea typeface="Trebuchet MS"/>
                <a:cs typeface="Trebuchet MS"/>
                <a:sym typeface="Trebuchet MS"/>
              </a:rPr>
              <a:t>We offer excellent service.</a:t>
            </a:r>
            <a:endParaRPr/>
          </a:p>
          <a:p>
            <a:pPr indent="0" lvl="0" marL="0" marR="0" rtl="0" algn="l">
              <a:lnSpc>
                <a:spcPct val="90000"/>
              </a:lnSpc>
              <a:spcBef>
                <a:spcPts val="490"/>
              </a:spcBef>
              <a:spcAft>
                <a:spcPts val="0"/>
              </a:spcAft>
              <a:buClr>
                <a:srgbClr val="000000"/>
              </a:buClr>
              <a:buSzPts val="1400"/>
              <a:buFont typeface="Arial"/>
              <a:buNone/>
            </a:pPr>
            <a:r>
              <a:rPr b="1" i="0" lang="en-GB" sz="1400" u="none" cap="none" strike="noStrike">
                <a:solidFill>
                  <a:srgbClr val="92D050"/>
                </a:solidFill>
                <a:latin typeface="Trebuchet MS"/>
                <a:ea typeface="Trebuchet MS"/>
                <a:cs typeface="Trebuchet MS"/>
                <a:sym typeface="Trebuchet MS"/>
              </a:rPr>
              <a:t>Integrity </a:t>
            </a:r>
            <a:r>
              <a:rPr b="0" i="0" lang="en-GB" sz="1400" u="none" cap="none" strike="noStrike">
                <a:solidFill>
                  <a:schemeClr val="lt1"/>
                </a:solidFill>
                <a:latin typeface="Trebuchet MS"/>
                <a:ea typeface="Trebuchet MS"/>
                <a:cs typeface="Trebuchet MS"/>
                <a:sym typeface="Trebuchet MS"/>
              </a:rPr>
              <a:t>We are trustworthy and behave in an open, honest and ethical manner with consideration of the impact and consequences of our decisions and actions </a:t>
            </a:r>
            <a:endParaRPr/>
          </a:p>
          <a:p>
            <a:pPr indent="0" lvl="0" marL="0" marR="0" rtl="0" algn="l">
              <a:lnSpc>
                <a:spcPct val="90000"/>
              </a:lnSpc>
              <a:spcBef>
                <a:spcPts val="490"/>
              </a:spcBef>
              <a:spcAft>
                <a:spcPts val="0"/>
              </a:spcAft>
              <a:buClr>
                <a:srgbClr val="000000"/>
              </a:buClr>
              <a:buSzPts val="1400"/>
              <a:buFont typeface="Arial"/>
              <a:buNone/>
            </a:pPr>
            <a:r>
              <a:rPr b="1" i="0" lang="en-GB" sz="1400" u="none" cap="none" strike="noStrike">
                <a:solidFill>
                  <a:srgbClr val="92D050"/>
                </a:solidFill>
                <a:latin typeface="Trebuchet MS"/>
                <a:ea typeface="Trebuchet MS"/>
                <a:cs typeface="Trebuchet MS"/>
                <a:sym typeface="Trebuchet MS"/>
              </a:rPr>
              <a:t>Accountability </a:t>
            </a:r>
            <a:r>
              <a:rPr b="0" i="0" lang="en-GB" sz="1400" u="none" cap="none" strike="noStrike">
                <a:solidFill>
                  <a:schemeClr val="lt1"/>
                </a:solidFill>
                <a:latin typeface="Trebuchet MS"/>
                <a:ea typeface="Trebuchet MS"/>
                <a:cs typeface="Trebuchet MS"/>
                <a:sym typeface="Trebuchet MS"/>
              </a:rPr>
              <a:t>We take responsibility for our decision, action and our performance. We efficiently plan and perform work in accordance with business requirements, adhering to sharia principles and international banking standards. We use our resources appropriately to accomplish business objectives.</a:t>
            </a:r>
            <a:endParaRPr/>
          </a:p>
          <a:p>
            <a:pPr indent="0" lvl="0" marL="0" marR="0" rtl="0" algn="l">
              <a:lnSpc>
                <a:spcPct val="90000"/>
              </a:lnSpc>
              <a:spcBef>
                <a:spcPts val="490"/>
              </a:spcBef>
              <a:spcAft>
                <a:spcPts val="0"/>
              </a:spcAft>
              <a:buClr>
                <a:srgbClr val="000000"/>
              </a:buClr>
              <a:buSzPts val="1400"/>
              <a:buFont typeface="Arial"/>
              <a:buNone/>
            </a:pPr>
            <a:r>
              <a:rPr b="1" i="0" lang="en-GB" sz="1400" u="none" cap="none" strike="noStrike">
                <a:solidFill>
                  <a:srgbClr val="92D050"/>
                </a:solidFill>
                <a:latin typeface="Trebuchet MS"/>
                <a:ea typeface="Trebuchet MS"/>
                <a:cs typeface="Trebuchet MS"/>
                <a:sym typeface="Trebuchet MS"/>
              </a:rPr>
              <a:t>Partnership</a:t>
            </a:r>
            <a:r>
              <a:rPr b="0" i="0" lang="en-GB" sz="1400" u="none" cap="none" strike="noStrike">
                <a:solidFill>
                  <a:schemeClr val="lt1"/>
                </a:solidFill>
                <a:latin typeface="Trebuchet MS"/>
                <a:ea typeface="Trebuchet MS"/>
                <a:cs typeface="Trebuchet MS"/>
                <a:sym typeface="Trebuchet MS"/>
              </a:rPr>
              <a:t>  We are committed to partnering with all stakeholders. In this partnership, we seek new, innovative, and efficient ways of profitably meeting the need of all stakeholders </a:t>
            </a:r>
            <a:endParaRPr/>
          </a:p>
          <a:p>
            <a:pPr indent="0" lvl="0" marL="0" marR="0" rtl="0" algn="l">
              <a:lnSpc>
                <a:spcPct val="90000"/>
              </a:lnSpc>
              <a:spcBef>
                <a:spcPts val="490"/>
              </a:spcBef>
              <a:spcAft>
                <a:spcPts val="0"/>
              </a:spcAft>
              <a:buClr>
                <a:srgbClr val="000000"/>
              </a:buClr>
              <a:buSzPts val="1400"/>
              <a:buFont typeface="Arial"/>
              <a:buNone/>
            </a:pPr>
            <a:r>
              <a:rPr b="1" i="0" lang="en-GB" sz="1400" u="none" cap="none" strike="noStrike">
                <a:solidFill>
                  <a:srgbClr val="92D050"/>
                </a:solidFill>
                <a:latin typeface="Trebuchet MS"/>
                <a:ea typeface="Trebuchet MS"/>
                <a:cs typeface="Trebuchet MS"/>
                <a:sym typeface="Trebuchet MS"/>
              </a:rPr>
              <a:t>Customer Centricity </a:t>
            </a:r>
            <a:r>
              <a:rPr b="0" i="0" lang="en-GB" sz="1400" u="none" cap="none" strike="noStrike">
                <a:solidFill>
                  <a:schemeClr val="lt1"/>
                </a:solidFill>
                <a:latin typeface="Trebuchet MS"/>
                <a:ea typeface="Trebuchet MS"/>
                <a:cs typeface="Trebuchet MS"/>
                <a:sym typeface="Trebuchet MS"/>
              </a:rPr>
              <a:t>We understand who the customer is and are willing and able to deliver hight quality  services, which meets the needs and exceeds the expectation of all customers. We constantly strive to find new ways to increase customer satisfaction .</a:t>
            </a:r>
            <a:endParaRPr/>
          </a:p>
        </p:txBody>
      </p:sp>
      <p:sp>
        <p:nvSpPr>
          <p:cNvPr id="154" name="Google Shape;154;p30"/>
          <p:cNvSpPr/>
          <p:nvPr/>
        </p:nvSpPr>
        <p:spPr>
          <a:xfrm>
            <a:off x="182880" y="2263140"/>
            <a:ext cx="1165859" cy="1135380"/>
          </a:xfrm>
          <a:prstGeom prst="ellipse">
            <a:avLst/>
          </a:prstGeom>
          <a:blipFill rotWithShape="1">
            <a:blip r:embed="rId4">
              <a:alphaModFix/>
            </a:blip>
            <a:stretch>
              <a:fillRect b="0" l="0" r="0" t="0"/>
            </a:stretch>
          </a:blipFill>
          <a:ln cap="flat" cmpd="sng" w="254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158" name="Shape 158"/>
        <p:cNvGrpSpPr/>
        <p:nvPr/>
      </p:nvGrpSpPr>
      <p:grpSpPr>
        <a:xfrm>
          <a:off x="0" y="0"/>
          <a:ext cx="0" cy="0"/>
          <a:chOff x="0" y="0"/>
          <a:chExt cx="0" cy="0"/>
        </a:xfrm>
      </p:grpSpPr>
      <p:pic>
        <p:nvPicPr>
          <p:cNvPr id="159" name="Google Shape;159;g1d4eea483ff_0_5"/>
          <p:cNvPicPr preferRelativeResize="0"/>
          <p:nvPr/>
        </p:nvPicPr>
        <p:blipFill rotWithShape="1">
          <a:blip r:embed="rId3">
            <a:alphaModFix/>
          </a:blip>
          <a:srcRect b="0" l="0" r="0" t="0"/>
          <a:stretch/>
        </p:blipFill>
        <p:spPr>
          <a:xfrm>
            <a:off x="8316630" y="154004"/>
            <a:ext cx="638458" cy="414004"/>
          </a:xfrm>
          <a:prstGeom prst="rect">
            <a:avLst/>
          </a:prstGeom>
          <a:noFill/>
          <a:ln>
            <a:noFill/>
          </a:ln>
        </p:spPr>
      </p:pic>
      <p:grpSp>
        <p:nvGrpSpPr>
          <p:cNvPr id="160" name="Google Shape;160;g1d4eea483ff_0_5"/>
          <p:cNvGrpSpPr/>
          <p:nvPr/>
        </p:nvGrpSpPr>
        <p:grpSpPr>
          <a:xfrm>
            <a:off x="611321" y="663118"/>
            <a:ext cx="8564645" cy="63000"/>
            <a:chOff x="0" y="0"/>
            <a:chExt cx="8564645" cy="63000"/>
          </a:xfrm>
        </p:grpSpPr>
        <p:sp>
          <p:nvSpPr>
            <p:cNvPr id="161" name="Google Shape;161;g1d4eea483ff_0_5"/>
            <p:cNvSpPr/>
            <p:nvPr/>
          </p:nvSpPr>
          <p:spPr>
            <a:xfrm>
              <a:off x="2345" y="0"/>
              <a:ext cx="8562300" cy="63000"/>
            </a:xfrm>
            <a:prstGeom prst="rect">
              <a:avLst/>
            </a:prstGeom>
            <a:solidFill>
              <a:srgbClr val="9EBF53"/>
            </a:solidFill>
            <a:ln>
              <a:noFill/>
            </a:ln>
          </p:spPr>
          <p:txBody>
            <a:bodyPr anchorCtr="0" anchor="ctr" bIns="50800" lIns="50800" spcFirstLastPara="1" rIns="50800" wrap="square" tIns="50800">
              <a:noAutofit/>
            </a:bodyPr>
            <a:lstStyle/>
            <a:p>
              <a:pPr indent="0" lvl="0" marL="40638" marR="40638"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162" name="Google Shape;162;g1d4eea483ff_0_5"/>
            <p:cNvSpPr/>
            <p:nvPr/>
          </p:nvSpPr>
          <p:spPr>
            <a:xfrm>
              <a:off x="0" y="24204"/>
              <a:ext cx="8543100" cy="38400"/>
            </a:xfrm>
            <a:prstGeom prst="rect">
              <a:avLst/>
            </a:prstGeom>
            <a:solidFill>
              <a:srgbClr val="1A4276"/>
            </a:solidFill>
            <a:ln>
              <a:noFill/>
            </a:ln>
          </p:spPr>
          <p:txBody>
            <a:bodyPr anchorCtr="0" anchor="ctr" bIns="50800" lIns="50800" spcFirstLastPara="1" rIns="50800" wrap="square" tIns="50800">
              <a:noAutofit/>
            </a:bodyPr>
            <a:lstStyle/>
            <a:p>
              <a:pPr indent="0" lvl="0" marL="40638" marR="40638"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163" name="Google Shape;163;g1d4eea483ff_0_5"/>
          <p:cNvSpPr/>
          <p:nvPr/>
        </p:nvSpPr>
        <p:spPr>
          <a:xfrm>
            <a:off x="549897" y="258989"/>
            <a:ext cx="4210362" cy="456600"/>
          </a:xfrm>
          <a:prstGeom prst="rect">
            <a:avLst/>
          </a:prstGeom>
          <a:noFill/>
          <a:ln>
            <a:noFill/>
          </a:ln>
        </p:spPr>
        <p:txBody>
          <a:bodyPr anchorCtr="0" anchor="ctr" bIns="50800" lIns="50800" spcFirstLastPara="1" rIns="50800" wrap="square" tIns="50800">
            <a:noAutofit/>
          </a:bodyPr>
          <a:lstStyle/>
          <a:p>
            <a:pPr indent="0" lvl="0" marL="40638" marR="40638" rtl="0" algn="l">
              <a:lnSpc>
                <a:spcPct val="100000"/>
              </a:lnSpc>
              <a:spcBef>
                <a:spcPts val="0"/>
              </a:spcBef>
              <a:spcAft>
                <a:spcPts val="0"/>
              </a:spcAft>
              <a:buClr>
                <a:srgbClr val="1C4175"/>
              </a:buClr>
              <a:buSzPts val="2300"/>
              <a:buFont typeface="Avenir"/>
              <a:buNone/>
            </a:pPr>
            <a:r>
              <a:rPr b="0" i="0" lang="en-GB" sz="2300" u="none" cap="none" strike="noStrike">
                <a:solidFill>
                  <a:srgbClr val="1C4175"/>
                </a:solidFill>
                <a:latin typeface="Avenir"/>
                <a:ea typeface="Avenir"/>
                <a:cs typeface="Avenir"/>
                <a:sym typeface="Avenir"/>
              </a:rPr>
              <a:t>BANK PRODUCTS AND SERVICES</a:t>
            </a:r>
            <a:endParaRPr b="0" i="0" sz="2300" u="none" cap="none" strike="noStrike">
              <a:solidFill>
                <a:srgbClr val="1C4175"/>
              </a:solidFill>
              <a:latin typeface="Avenir"/>
              <a:ea typeface="Avenir"/>
              <a:cs typeface="Avenir"/>
              <a:sym typeface="Avenir"/>
            </a:endParaRPr>
          </a:p>
        </p:txBody>
      </p:sp>
      <p:sp>
        <p:nvSpPr>
          <p:cNvPr id="164" name="Google Shape;164;g1d4eea483ff_0_5"/>
          <p:cNvSpPr/>
          <p:nvPr/>
        </p:nvSpPr>
        <p:spPr>
          <a:xfrm>
            <a:off x="1984885" y="1020175"/>
            <a:ext cx="1355440" cy="1298343"/>
          </a:xfrm>
          <a:prstGeom prst="ellipse">
            <a:avLst/>
          </a:prstGeom>
          <a:solidFill>
            <a:srgbClr val="92D050"/>
          </a:solidFill>
          <a:ln>
            <a:noFill/>
          </a:ln>
        </p:spPr>
        <p:txBody>
          <a:bodyPr anchorCtr="0" anchor="ctr" bIns="0" lIns="0" spcFirstLastPara="1" rIns="0" wrap="square" tIns="0">
            <a:noAutofit/>
          </a:bodyPr>
          <a:lstStyle/>
          <a:p>
            <a:pPr indent="0" lvl="0" marL="40638" marR="40638" rtl="0" algn="ctr">
              <a:lnSpc>
                <a:spcPct val="100000"/>
              </a:lnSpc>
              <a:spcBef>
                <a:spcPts val="0"/>
              </a:spcBef>
              <a:spcAft>
                <a:spcPts val="0"/>
              </a:spcAft>
              <a:buClr>
                <a:srgbClr val="000000"/>
              </a:buClr>
              <a:buSzPts val="1600"/>
              <a:buFont typeface="Gill Sans"/>
              <a:buNone/>
            </a:pPr>
            <a:r>
              <a:rPr b="0" i="0" lang="en-GB" sz="1600" u="none" cap="none" strike="noStrike">
                <a:solidFill>
                  <a:schemeClr val="lt1"/>
                </a:solidFill>
                <a:latin typeface="Trebuchet MS"/>
                <a:ea typeface="Trebuchet MS"/>
                <a:cs typeface="Trebuchet MS"/>
                <a:sym typeface="Trebuchet MS"/>
              </a:rPr>
              <a:t>CARDS</a:t>
            </a:r>
            <a:endParaRPr b="0" i="0" sz="1600" u="none" cap="none" strike="noStrike">
              <a:solidFill>
                <a:schemeClr val="lt1"/>
              </a:solidFill>
              <a:latin typeface="Trebuchet MS"/>
              <a:ea typeface="Trebuchet MS"/>
              <a:cs typeface="Trebuchet MS"/>
              <a:sym typeface="Trebuchet MS"/>
            </a:endParaRPr>
          </a:p>
        </p:txBody>
      </p:sp>
      <p:sp>
        <p:nvSpPr>
          <p:cNvPr id="165" name="Google Shape;165;g1d4eea483ff_0_5"/>
          <p:cNvSpPr/>
          <p:nvPr/>
        </p:nvSpPr>
        <p:spPr>
          <a:xfrm>
            <a:off x="371509" y="957177"/>
            <a:ext cx="1268869" cy="1298343"/>
          </a:xfrm>
          <a:prstGeom prst="ellipse">
            <a:avLst/>
          </a:prstGeom>
          <a:solidFill>
            <a:srgbClr val="00B0F0"/>
          </a:solidFill>
          <a:ln>
            <a:noFill/>
          </a:ln>
        </p:spPr>
        <p:txBody>
          <a:bodyPr anchorCtr="0" anchor="ctr" bIns="0" lIns="0" spcFirstLastPara="1" rIns="0" wrap="square" tIns="0">
            <a:noAutofit/>
          </a:bodyPr>
          <a:lstStyle/>
          <a:p>
            <a:pPr indent="0" lvl="0" marL="40638" marR="40638" rtl="0" algn="ctr">
              <a:lnSpc>
                <a:spcPct val="100000"/>
              </a:lnSpc>
              <a:spcBef>
                <a:spcPts val="0"/>
              </a:spcBef>
              <a:spcAft>
                <a:spcPts val="0"/>
              </a:spcAft>
              <a:buClr>
                <a:srgbClr val="000000"/>
              </a:buClr>
              <a:buSzPts val="1300"/>
              <a:buFont typeface="Gill Sans"/>
              <a:buNone/>
            </a:pPr>
            <a:r>
              <a:rPr b="0" i="0" lang="en-GB" sz="1300" u="none" cap="none" strike="noStrike">
                <a:solidFill>
                  <a:schemeClr val="lt1"/>
                </a:solidFill>
                <a:latin typeface="Trebuchet MS"/>
                <a:ea typeface="Trebuchet MS"/>
                <a:cs typeface="Trebuchet MS"/>
                <a:sym typeface="Trebuchet MS"/>
              </a:rPr>
              <a:t>ACCOUNTS </a:t>
            </a:r>
            <a:endParaRPr b="0" i="0" sz="1300" u="none" cap="none" strike="noStrike">
              <a:solidFill>
                <a:schemeClr val="lt1"/>
              </a:solidFill>
              <a:latin typeface="Trebuchet MS"/>
              <a:ea typeface="Trebuchet MS"/>
              <a:cs typeface="Trebuchet MS"/>
              <a:sym typeface="Trebuchet MS"/>
            </a:endParaRPr>
          </a:p>
        </p:txBody>
      </p:sp>
      <p:sp>
        <p:nvSpPr>
          <p:cNvPr id="166" name="Google Shape;166;g1d4eea483ff_0_5"/>
          <p:cNvSpPr/>
          <p:nvPr/>
        </p:nvSpPr>
        <p:spPr>
          <a:xfrm>
            <a:off x="304954" y="3057565"/>
            <a:ext cx="1401978" cy="1298343"/>
          </a:xfrm>
          <a:prstGeom prst="ellipse">
            <a:avLst/>
          </a:prstGeom>
          <a:solidFill>
            <a:srgbClr val="92D050"/>
          </a:solidFill>
          <a:ln>
            <a:noFill/>
          </a:ln>
        </p:spPr>
        <p:txBody>
          <a:bodyPr anchorCtr="0" anchor="ctr" bIns="0" lIns="0" spcFirstLastPara="1" rIns="0" wrap="square" tIns="0">
            <a:noAutofit/>
          </a:bodyPr>
          <a:lstStyle/>
          <a:p>
            <a:pPr indent="0" lvl="0" marL="40638" marR="40638" rtl="0" algn="ctr">
              <a:lnSpc>
                <a:spcPct val="100000"/>
              </a:lnSpc>
              <a:spcBef>
                <a:spcPts val="0"/>
              </a:spcBef>
              <a:spcAft>
                <a:spcPts val="0"/>
              </a:spcAft>
              <a:buNone/>
            </a:pPr>
            <a:r>
              <a:rPr b="0" i="0" lang="en-GB" sz="1400" u="none" cap="none" strike="noStrike">
                <a:solidFill>
                  <a:schemeClr val="lt1"/>
                </a:solidFill>
                <a:latin typeface="Trebuchet MS"/>
                <a:ea typeface="Trebuchet MS"/>
                <a:cs typeface="Trebuchet MS"/>
                <a:sym typeface="Trebuchet MS"/>
              </a:rPr>
              <a:t>INVEST</a:t>
            </a:r>
            <a:r>
              <a:rPr b="0" i="0" lang="en-GB" sz="1400" u="sng" cap="none" strike="noStrike">
                <a:solidFill>
                  <a:schemeClr val="lt1"/>
                </a:solidFill>
                <a:latin typeface="Trebuchet MS"/>
                <a:ea typeface="Trebuchet MS"/>
                <a:cs typeface="Trebuchet MS"/>
                <a:sym typeface="Trebuchet MS"/>
              </a:rPr>
              <a:t>ME</a:t>
            </a:r>
            <a:r>
              <a:rPr b="0" i="0" lang="en-GB" sz="1400" u="none" cap="none" strike="noStrike">
                <a:solidFill>
                  <a:schemeClr val="lt1"/>
                </a:solidFill>
                <a:latin typeface="Trebuchet MS"/>
                <a:ea typeface="Trebuchet MS"/>
                <a:cs typeface="Trebuchet MS"/>
                <a:sym typeface="Trebuchet MS"/>
              </a:rPr>
              <a:t>NT AND FINANCING</a:t>
            </a:r>
            <a:endParaRPr b="0" i="0" sz="1400" u="none" cap="none" strike="noStrike">
              <a:solidFill>
                <a:schemeClr val="lt1"/>
              </a:solidFill>
              <a:latin typeface="Trebuchet MS"/>
              <a:ea typeface="Trebuchet MS"/>
              <a:cs typeface="Trebuchet MS"/>
              <a:sym typeface="Trebuchet MS"/>
            </a:endParaRPr>
          </a:p>
        </p:txBody>
      </p:sp>
      <p:sp>
        <p:nvSpPr>
          <p:cNvPr id="167" name="Google Shape;167;g1d4eea483ff_0_5"/>
          <p:cNvSpPr/>
          <p:nvPr/>
        </p:nvSpPr>
        <p:spPr>
          <a:xfrm>
            <a:off x="3873138" y="1020175"/>
            <a:ext cx="1355440" cy="1298343"/>
          </a:xfrm>
          <a:prstGeom prst="ellipse">
            <a:avLst/>
          </a:prstGeom>
          <a:solidFill>
            <a:srgbClr val="00B0F0"/>
          </a:solidFill>
          <a:ln>
            <a:noFill/>
          </a:ln>
        </p:spPr>
        <p:txBody>
          <a:bodyPr anchorCtr="0" anchor="ctr" bIns="0" lIns="0" spcFirstLastPara="1" rIns="0" wrap="square" tIns="0">
            <a:noAutofit/>
          </a:bodyPr>
          <a:lstStyle/>
          <a:p>
            <a:pPr indent="0" lvl="0" marL="40638" marR="40638" rtl="0" algn="ctr">
              <a:lnSpc>
                <a:spcPct val="100000"/>
              </a:lnSpc>
              <a:spcBef>
                <a:spcPts val="0"/>
              </a:spcBef>
              <a:spcAft>
                <a:spcPts val="0"/>
              </a:spcAft>
              <a:buClr>
                <a:srgbClr val="000000"/>
              </a:buClr>
              <a:buSzPts val="1300"/>
              <a:buFont typeface="Gill Sans"/>
              <a:buNone/>
            </a:pPr>
            <a:r>
              <a:rPr b="0" i="0" lang="en-GB" sz="1300" u="none" cap="none" strike="noStrike">
                <a:solidFill>
                  <a:schemeClr val="lt1"/>
                </a:solidFill>
                <a:latin typeface="Trebuchet MS"/>
                <a:ea typeface="Trebuchet MS"/>
                <a:cs typeface="Trebuchet MS"/>
                <a:sym typeface="Trebuchet MS"/>
              </a:rPr>
              <a:t>SWIFT</a:t>
            </a:r>
            <a:endParaRPr b="0" i="0" sz="1300" u="none" cap="none" strike="noStrike">
              <a:solidFill>
                <a:schemeClr val="lt1"/>
              </a:solidFill>
              <a:latin typeface="Trebuchet MS"/>
              <a:ea typeface="Trebuchet MS"/>
              <a:cs typeface="Trebuchet MS"/>
              <a:sym typeface="Trebuchet MS"/>
            </a:endParaRPr>
          </a:p>
        </p:txBody>
      </p:sp>
      <p:sp>
        <p:nvSpPr>
          <p:cNvPr id="168" name="Google Shape;168;g1d4eea483ff_0_5"/>
          <p:cNvSpPr/>
          <p:nvPr/>
        </p:nvSpPr>
        <p:spPr>
          <a:xfrm>
            <a:off x="5546033" y="3057565"/>
            <a:ext cx="1401978" cy="1475642"/>
          </a:xfrm>
          <a:prstGeom prst="ellipse">
            <a:avLst/>
          </a:prstGeom>
          <a:solidFill>
            <a:srgbClr val="00B0F0"/>
          </a:solidFill>
          <a:ln>
            <a:noFill/>
          </a:ln>
        </p:spPr>
        <p:txBody>
          <a:bodyPr anchorCtr="0" anchor="ctr" bIns="0" lIns="0" spcFirstLastPara="1" rIns="0" wrap="square" tIns="0">
            <a:noAutofit/>
          </a:bodyPr>
          <a:lstStyle/>
          <a:p>
            <a:pPr indent="0" lvl="0" marL="40638" marR="40638" rtl="0" algn="ctr">
              <a:lnSpc>
                <a:spcPct val="100000"/>
              </a:lnSpc>
              <a:spcBef>
                <a:spcPts val="0"/>
              </a:spcBef>
              <a:spcAft>
                <a:spcPts val="0"/>
              </a:spcAft>
              <a:buClr>
                <a:srgbClr val="000000"/>
              </a:buClr>
              <a:buSzPts val="1400"/>
              <a:buFont typeface="Gill Sans"/>
              <a:buNone/>
            </a:pPr>
            <a:r>
              <a:rPr b="0" i="0" lang="en-GB" sz="1400" u="none" cap="none" strike="noStrike">
                <a:solidFill>
                  <a:schemeClr val="lt1"/>
                </a:solidFill>
                <a:latin typeface="Trebuchet MS"/>
                <a:ea typeface="Trebuchet MS"/>
                <a:cs typeface="Trebuchet MS"/>
                <a:sym typeface="Trebuchet MS"/>
              </a:rPr>
              <a:t>Wearables</a:t>
            </a:r>
            <a:endParaRPr b="0" i="0" sz="1400" u="none" cap="none" strike="noStrike">
              <a:solidFill>
                <a:schemeClr val="lt1"/>
              </a:solidFill>
              <a:latin typeface="Trebuchet MS"/>
              <a:ea typeface="Trebuchet MS"/>
              <a:cs typeface="Trebuchet MS"/>
              <a:sym typeface="Trebuchet MS"/>
            </a:endParaRPr>
          </a:p>
        </p:txBody>
      </p:sp>
      <p:sp>
        <p:nvSpPr>
          <p:cNvPr id="169" name="Google Shape;169;g1d4eea483ff_0_5"/>
          <p:cNvSpPr/>
          <p:nvPr/>
        </p:nvSpPr>
        <p:spPr>
          <a:xfrm>
            <a:off x="7507142" y="3114715"/>
            <a:ext cx="1355440" cy="1361342"/>
          </a:xfrm>
          <a:prstGeom prst="ellipse">
            <a:avLst/>
          </a:prstGeom>
          <a:solidFill>
            <a:srgbClr val="92D050"/>
          </a:solidFill>
          <a:ln>
            <a:noFill/>
          </a:ln>
        </p:spPr>
        <p:txBody>
          <a:bodyPr anchorCtr="0" anchor="ctr" bIns="0" lIns="0" spcFirstLastPara="1" rIns="0" wrap="square" tIns="0">
            <a:noAutofit/>
          </a:bodyPr>
          <a:lstStyle/>
          <a:p>
            <a:pPr indent="0" lvl="0" marL="40638" marR="40638" rtl="0" algn="ctr">
              <a:lnSpc>
                <a:spcPct val="100000"/>
              </a:lnSpc>
              <a:spcBef>
                <a:spcPts val="0"/>
              </a:spcBef>
              <a:spcAft>
                <a:spcPts val="0"/>
              </a:spcAft>
              <a:buClr>
                <a:srgbClr val="000000"/>
              </a:buClr>
              <a:buSzPts val="1400"/>
              <a:buFont typeface="Gill Sans"/>
              <a:buNone/>
            </a:pPr>
            <a:r>
              <a:rPr b="0" i="0" lang="en-GB" sz="1400" u="none" cap="none" strike="noStrike">
                <a:solidFill>
                  <a:schemeClr val="lt1"/>
                </a:solidFill>
                <a:latin typeface="Trebuchet MS"/>
                <a:ea typeface="Trebuchet MS"/>
                <a:cs typeface="Trebuchet MS"/>
                <a:sym typeface="Trebuchet MS"/>
              </a:rPr>
              <a:t>Payment gateways</a:t>
            </a:r>
            <a:endParaRPr b="0" i="0" sz="1400" u="none" cap="none" strike="noStrike">
              <a:solidFill>
                <a:schemeClr val="lt1"/>
              </a:solidFill>
              <a:latin typeface="Trebuchet MS"/>
              <a:ea typeface="Trebuchet MS"/>
              <a:cs typeface="Trebuchet MS"/>
              <a:sym typeface="Trebuchet MS"/>
            </a:endParaRPr>
          </a:p>
        </p:txBody>
      </p:sp>
      <p:sp>
        <p:nvSpPr>
          <p:cNvPr id="170" name="Google Shape;170;g1d4eea483ff_0_5"/>
          <p:cNvSpPr/>
          <p:nvPr/>
        </p:nvSpPr>
        <p:spPr>
          <a:xfrm>
            <a:off x="1913633" y="3017164"/>
            <a:ext cx="1497944" cy="1379143"/>
          </a:xfrm>
          <a:prstGeom prst="ellipse">
            <a:avLst/>
          </a:prstGeom>
          <a:solidFill>
            <a:srgbClr val="00B0F0"/>
          </a:solidFill>
          <a:ln>
            <a:noFill/>
          </a:ln>
        </p:spPr>
        <p:txBody>
          <a:bodyPr anchorCtr="0" anchor="ctr" bIns="0" lIns="0" spcFirstLastPara="1" rIns="0" wrap="square" tIns="0">
            <a:noAutofit/>
          </a:bodyPr>
          <a:lstStyle/>
          <a:p>
            <a:pPr indent="0" lvl="0" marL="40638" marR="40638" rtl="0" algn="ctr">
              <a:lnSpc>
                <a:spcPct val="100000"/>
              </a:lnSpc>
              <a:spcBef>
                <a:spcPts val="0"/>
              </a:spcBef>
              <a:spcAft>
                <a:spcPts val="0"/>
              </a:spcAft>
              <a:buClr>
                <a:srgbClr val="000000"/>
              </a:buClr>
              <a:buSzPts val="1400"/>
              <a:buFont typeface="Gill Sans"/>
              <a:buNone/>
            </a:pPr>
            <a:r>
              <a:rPr b="0" i="0" lang="en-GB" sz="1400" u="none" cap="none" strike="noStrike">
                <a:solidFill>
                  <a:schemeClr val="lt1"/>
                </a:solidFill>
                <a:latin typeface="Trebuchet MS"/>
                <a:ea typeface="Trebuchet MS"/>
                <a:cs typeface="Trebuchet MS"/>
                <a:sym typeface="Trebuchet MS"/>
              </a:rPr>
              <a:t>Delivery Channels</a:t>
            </a:r>
            <a:endParaRPr/>
          </a:p>
          <a:p>
            <a:pPr indent="0" lvl="0" marL="40638" marR="40638" rtl="0" algn="ctr">
              <a:lnSpc>
                <a:spcPct val="100000"/>
              </a:lnSpc>
              <a:spcBef>
                <a:spcPts val="0"/>
              </a:spcBef>
              <a:spcAft>
                <a:spcPts val="0"/>
              </a:spcAft>
              <a:buClr>
                <a:srgbClr val="000000"/>
              </a:buClr>
              <a:buSzPts val="1400"/>
              <a:buFont typeface="Gill Sans"/>
              <a:buNone/>
            </a:pPr>
            <a:r>
              <a:t/>
            </a:r>
            <a:endParaRPr b="0" i="0" sz="1400" u="none" cap="none" strike="noStrike">
              <a:solidFill>
                <a:schemeClr val="lt1"/>
              </a:solidFill>
              <a:latin typeface="Trebuchet MS"/>
              <a:ea typeface="Trebuchet MS"/>
              <a:cs typeface="Trebuchet MS"/>
              <a:sym typeface="Trebuchet MS"/>
            </a:endParaRPr>
          </a:p>
        </p:txBody>
      </p:sp>
      <p:sp>
        <p:nvSpPr>
          <p:cNvPr id="171" name="Google Shape;171;g1d4eea483ff_0_5"/>
          <p:cNvSpPr/>
          <p:nvPr/>
        </p:nvSpPr>
        <p:spPr>
          <a:xfrm>
            <a:off x="3826600" y="2976765"/>
            <a:ext cx="1401978" cy="1379143"/>
          </a:xfrm>
          <a:prstGeom prst="ellipse">
            <a:avLst/>
          </a:prstGeom>
          <a:solidFill>
            <a:srgbClr val="92D050"/>
          </a:solidFill>
          <a:ln>
            <a:noFill/>
          </a:ln>
        </p:spPr>
        <p:txBody>
          <a:bodyPr anchorCtr="0" anchor="ctr" bIns="0" lIns="0" spcFirstLastPara="1" rIns="0" wrap="square" tIns="0">
            <a:noAutofit/>
          </a:bodyPr>
          <a:lstStyle/>
          <a:p>
            <a:pPr indent="0" lvl="0" marL="40638" marR="40638" rtl="0" algn="ctr">
              <a:lnSpc>
                <a:spcPct val="100000"/>
              </a:lnSpc>
              <a:spcBef>
                <a:spcPts val="0"/>
              </a:spcBef>
              <a:spcAft>
                <a:spcPts val="0"/>
              </a:spcAft>
              <a:buClr>
                <a:srgbClr val="000000"/>
              </a:buClr>
              <a:buSzPts val="1400"/>
              <a:buFont typeface="Gill Sans"/>
              <a:buNone/>
            </a:pPr>
            <a:r>
              <a:rPr b="0" i="0" lang="en-GB" sz="1400" u="none" cap="none" strike="noStrike">
                <a:solidFill>
                  <a:schemeClr val="lt1"/>
                </a:solidFill>
                <a:latin typeface="Trebuchet MS"/>
                <a:ea typeface="Trebuchet MS"/>
                <a:cs typeface="Trebuchet MS"/>
                <a:sym typeface="Trebuchet MS"/>
              </a:rPr>
              <a:t>WALLET</a:t>
            </a:r>
            <a:endParaRPr b="0" i="0" sz="1400" u="none" cap="none" strike="noStrike">
              <a:solidFill>
                <a:schemeClr val="lt1"/>
              </a:solidFill>
              <a:latin typeface="Trebuchet MS"/>
              <a:ea typeface="Trebuchet MS"/>
              <a:cs typeface="Trebuchet MS"/>
              <a:sym typeface="Trebuchet MS"/>
            </a:endParaRPr>
          </a:p>
        </p:txBody>
      </p:sp>
      <p:sp>
        <p:nvSpPr>
          <p:cNvPr id="172" name="Google Shape;172;g1d4eea483ff_0_5"/>
          <p:cNvSpPr/>
          <p:nvPr/>
        </p:nvSpPr>
        <p:spPr>
          <a:xfrm>
            <a:off x="7507142" y="1141075"/>
            <a:ext cx="1355440" cy="1329843"/>
          </a:xfrm>
          <a:prstGeom prst="ellipse">
            <a:avLst/>
          </a:prstGeom>
          <a:solidFill>
            <a:srgbClr val="00B0F0"/>
          </a:solidFill>
          <a:ln>
            <a:noFill/>
          </a:ln>
        </p:spPr>
        <p:txBody>
          <a:bodyPr anchorCtr="0" anchor="ctr" bIns="0" lIns="0" spcFirstLastPara="1" rIns="0" wrap="square" tIns="0">
            <a:noAutofit/>
          </a:bodyPr>
          <a:lstStyle/>
          <a:p>
            <a:pPr indent="0" lvl="0" marL="40638" marR="40638" rtl="0" algn="ctr">
              <a:lnSpc>
                <a:spcPct val="100000"/>
              </a:lnSpc>
              <a:spcBef>
                <a:spcPts val="0"/>
              </a:spcBef>
              <a:spcAft>
                <a:spcPts val="0"/>
              </a:spcAft>
              <a:buClr>
                <a:srgbClr val="000000"/>
              </a:buClr>
              <a:buSzPts val="1300"/>
              <a:buFont typeface="Gill Sans"/>
              <a:buNone/>
            </a:pPr>
            <a:r>
              <a:rPr b="0" i="0" lang="en-GB" sz="1300" u="none" cap="none" strike="noStrike">
                <a:solidFill>
                  <a:schemeClr val="lt1"/>
                </a:solidFill>
                <a:latin typeface="Trebuchet MS"/>
                <a:ea typeface="Trebuchet MS"/>
                <a:cs typeface="Trebuchet MS"/>
                <a:sym typeface="Trebuchet MS"/>
              </a:rPr>
              <a:t>Payroll</a:t>
            </a:r>
            <a:endParaRPr b="0" i="0" sz="1300" u="none" cap="none" strike="noStrike">
              <a:solidFill>
                <a:schemeClr val="lt1"/>
              </a:solidFill>
              <a:latin typeface="Trebuchet MS"/>
              <a:ea typeface="Trebuchet MS"/>
              <a:cs typeface="Trebuchet MS"/>
              <a:sym typeface="Trebuchet MS"/>
            </a:endParaRPr>
          </a:p>
        </p:txBody>
      </p:sp>
      <p:sp>
        <p:nvSpPr>
          <p:cNvPr id="173" name="Google Shape;173;g1d4eea483ff_0_5"/>
          <p:cNvSpPr/>
          <p:nvPr/>
        </p:nvSpPr>
        <p:spPr>
          <a:xfrm>
            <a:off x="5842540" y="1109576"/>
            <a:ext cx="1355440" cy="1361342"/>
          </a:xfrm>
          <a:prstGeom prst="ellipse">
            <a:avLst/>
          </a:prstGeom>
          <a:solidFill>
            <a:srgbClr val="92D050"/>
          </a:solidFill>
          <a:ln>
            <a:noFill/>
          </a:ln>
        </p:spPr>
        <p:txBody>
          <a:bodyPr anchorCtr="0" anchor="ctr" bIns="0" lIns="0" spcFirstLastPara="1" rIns="0" wrap="square" tIns="0">
            <a:noAutofit/>
          </a:bodyPr>
          <a:lstStyle/>
          <a:p>
            <a:pPr indent="0" lvl="0" marL="40638" marR="40638" rtl="0" algn="ctr">
              <a:lnSpc>
                <a:spcPct val="100000"/>
              </a:lnSpc>
              <a:spcBef>
                <a:spcPts val="0"/>
              </a:spcBef>
              <a:spcAft>
                <a:spcPts val="0"/>
              </a:spcAft>
              <a:buClr>
                <a:srgbClr val="000000"/>
              </a:buClr>
              <a:buSzPts val="1400"/>
              <a:buFont typeface="Gill Sans"/>
              <a:buNone/>
            </a:pPr>
            <a:r>
              <a:rPr b="0" i="0" lang="en-GB" sz="1400" u="none" cap="none" strike="noStrike">
                <a:solidFill>
                  <a:schemeClr val="lt1"/>
                </a:solidFill>
                <a:latin typeface="Trebuchet MS"/>
                <a:ea typeface="Trebuchet MS"/>
                <a:cs typeface="Trebuchet MS"/>
                <a:sym typeface="Trebuchet MS"/>
              </a:rPr>
              <a:t>Internet Banking </a:t>
            </a:r>
            <a:endParaRPr b="0" i="0" sz="1400" u="none" cap="none" strike="noStrike">
              <a:solidFill>
                <a:schemeClr val="lt1"/>
              </a:solidFill>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177" name="Shape 177"/>
        <p:cNvGrpSpPr/>
        <p:nvPr/>
      </p:nvGrpSpPr>
      <p:grpSpPr>
        <a:xfrm>
          <a:off x="0" y="0"/>
          <a:ext cx="0" cy="0"/>
          <a:chOff x="0" y="0"/>
          <a:chExt cx="0" cy="0"/>
        </a:xfrm>
      </p:grpSpPr>
      <p:pic>
        <p:nvPicPr>
          <p:cNvPr id="178" name="Google Shape;178;p6"/>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179" name="Google Shape;179;p6"/>
          <p:cNvGrpSpPr/>
          <p:nvPr/>
        </p:nvGrpSpPr>
        <p:grpSpPr>
          <a:xfrm>
            <a:off x="611321" y="663118"/>
            <a:ext cx="8564529" cy="62974"/>
            <a:chOff x="0" y="0"/>
            <a:chExt cx="8564527" cy="62973"/>
          </a:xfrm>
        </p:grpSpPr>
        <p:sp>
          <p:nvSpPr>
            <p:cNvPr id="180" name="Google Shape;180;p6"/>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181" name="Google Shape;181;p6"/>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182" name="Google Shape;182;p6"/>
          <p:cNvSpPr/>
          <p:nvPr/>
        </p:nvSpPr>
        <p:spPr>
          <a:xfrm>
            <a:off x="549897" y="251294"/>
            <a:ext cx="4697120" cy="471924"/>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ACCOUNTS TYPES</a:t>
            </a:r>
            <a:endParaRPr/>
          </a:p>
        </p:txBody>
      </p:sp>
      <p:grpSp>
        <p:nvGrpSpPr>
          <p:cNvPr id="183" name="Google Shape;183;p6"/>
          <p:cNvGrpSpPr/>
          <p:nvPr/>
        </p:nvGrpSpPr>
        <p:grpSpPr>
          <a:xfrm>
            <a:off x="611321" y="1483251"/>
            <a:ext cx="8282636" cy="2505768"/>
            <a:chOff x="551802" y="1051451"/>
            <a:chExt cx="8282636" cy="2505768"/>
          </a:xfrm>
        </p:grpSpPr>
        <p:grpSp>
          <p:nvGrpSpPr>
            <p:cNvPr id="184" name="Google Shape;184;p6"/>
            <p:cNvGrpSpPr/>
            <p:nvPr/>
          </p:nvGrpSpPr>
          <p:grpSpPr>
            <a:xfrm>
              <a:off x="551802" y="1051452"/>
              <a:ext cx="6092188" cy="2505767"/>
              <a:chOff x="551802" y="1051452"/>
              <a:chExt cx="6092188" cy="2510898"/>
            </a:xfrm>
          </p:grpSpPr>
          <p:sp>
            <p:nvSpPr>
              <p:cNvPr id="185" name="Google Shape;185;p6"/>
              <p:cNvSpPr/>
              <p:nvPr/>
            </p:nvSpPr>
            <p:spPr>
              <a:xfrm>
                <a:off x="551802" y="1051452"/>
                <a:ext cx="1857374" cy="742949"/>
              </a:xfrm>
              <a:custGeom>
                <a:rect b="b" l="l" r="r" t="t"/>
                <a:pathLst>
                  <a:path extrusionOk="0" h="742949" w="1857374">
                    <a:moveTo>
                      <a:pt x="0" y="0"/>
                    </a:moveTo>
                    <a:lnTo>
                      <a:pt x="1857374" y="0"/>
                    </a:lnTo>
                    <a:lnTo>
                      <a:pt x="1857374" y="742949"/>
                    </a:lnTo>
                    <a:lnTo>
                      <a:pt x="0" y="742949"/>
                    </a:lnTo>
                    <a:lnTo>
                      <a:pt x="0" y="0"/>
                    </a:lnTo>
                    <a:close/>
                  </a:path>
                </a:pathLst>
              </a:custGeom>
              <a:solidFill>
                <a:srgbClr val="0065C0"/>
              </a:solidFill>
              <a:ln cap="flat" cmpd="sng" w="25400">
                <a:solidFill>
                  <a:srgbClr val="0065C0"/>
                </a:solidFill>
                <a:prstDash val="solid"/>
                <a:round/>
                <a:headEnd len="sm" w="sm" type="none"/>
                <a:tailEnd len="sm" w="sm" type="none"/>
              </a:ln>
            </p:spPr>
            <p:txBody>
              <a:bodyPr anchorCtr="0" anchor="ctr" bIns="48750" lIns="85325" spcFirstLastPara="1" rIns="85325" wrap="square" tIns="48750">
                <a:noAutofit/>
              </a:bodyPr>
              <a:lstStyle/>
              <a:p>
                <a:pPr indent="0" lvl="0" marL="0" marR="0" rtl="0" algn="ctr">
                  <a:lnSpc>
                    <a:spcPct val="90000"/>
                  </a:lnSpc>
                  <a:spcBef>
                    <a:spcPts val="0"/>
                  </a:spcBef>
                  <a:spcAft>
                    <a:spcPts val="0"/>
                  </a:spcAft>
                  <a:buClr>
                    <a:srgbClr val="000000"/>
                  </a:buClr>
                  <a:buSzPts val="1200"/>
                  <a:buFont typeface="Arial"/>
                  <a:buNone/>
                </a:pPr>
                <a:r>
                  <a:rPr b="0" i="0" lang="en-GB" sz="1200" u="none" cap="none" strike="noStrike">
                    <a:solidFill>
                      <a:schemeClr val="lt1"/>
                    </a:solidFill>
                    <a:latin typeface="Arial"/>
                    <a:ea typeface="Arial"/>
                    <a:cs typeface="Arial"/>
                    <a:sym typeface="Arial"/>
                  </a:rPr>
                  <a:t>Personal Current Account</a:t>
                </a:r>
                <a:endParaRPr b="0" i="0" sz="1200" u="none" cap="none" strike="noStrike">
                  <a:solidFill>
                    <a:schemeClr val="lt1"/>
                  </a:solidFill>
                  <a:latin typeface="Arial"/>
                  <a:ea typeface="Arial"/>
                  <a:cs typeface="Arial"/>
                  <a:sym typeface="Arial"/>
                </a:endParaRPr>
              </a:p>
            </p:txBody>
          </p:sp>
          <p:sp>
            <p:nvSpPr>
              <p:cNvPr id="186" name="Google Shape;186;p6"/>
              <p:cNvSpPr/>
              <p:nvPr/>
            </p:nvSpPr>
            <p:spPr>
              <a:xfrm>
                <a:off x="551802" y="1794402"/>
                <a:ext cx="1857374" cy="1767948"/>
              </a:xfrm>
              <a:custGeom>
                <a:rect b="b" l="l" r="r" t="t"/>
                <a:pathLst>
                  <a:path extrusionOk="0" h="2854800" w="1857374">
                    <a:moveTo>
                      <a:pt x="0" y="0"/>
                    </a:moveTo>
                    <a:lnTo>
                      <a:pt x="1857374" y="0"/>
                    </a:lnTo>
                    <a:lnTo>
                      <a:pt x="1857374" y="2854800"/>
                    </a:lnTo>
                    <a:lnTo>
                      <a:pt x="0" y="2854800"/>
                    </a:lnTo>
                    <a:lnTo>
                      <a:pt x="0" y="0"/>
                    </a:lnTo>
                    <a:close/>
                  </a:path>
                </a:pathLst>
              </a:custGeom>
              <a:solidFill>
                <a:srgbClr val="CAD2E8">
                  <a:alpha val="89803"/>
                </a:srgbClr>
              </a:solidFill>
              <a:ln cap="flat" cmpd="sng" w="25400">
                <a:solidFill>
                  <a:srgbClr val="CAD2E8">
                    <a:alpha val="89803"/>
                  </a:srgbClr>
                </a:solidFill>
                <a:prstDash val="solid"/>
                <a:round/>
                <a:headEnd len="sm" w="sm" type="none"/>
                <a:tailEnd len="sm" w="sm" type="none"/>
              </a:ln>
            </p:spPr>
            <p:txBody>
              <a:bodyPr anchorCtr="0" anchor="t" bIns="88000" lIns="58650" spcFirstLastPara="1" rIns="78225" wrap="square" tIns="58650">
                <a:noAutofit/>
              </a:bodyPr>
              <a:lstStyle/>
              <a:p>
                <a:pPr indent="-69850" lvl="1" marL="57150" marR="0" rtl="0" algn="l">
                  <a:lnSpc>
                    <a:spcPct val="90000"/>
                  </a:lnSpc>
                  <a:spcBef>
                    <a:spcPts val="0"/>
                  </a:spcBef>
                  <a:spcAft>
                    <a:spcPts val="0"/>
                  </a:spcAft>
                  <a:buClr>
                    <a:srgbClr val="000000"/>
                  </a:buClr>
                  <a:buSzPts val="1100"/>
                  <a:buFont typeface="Arial"/>
                  <a:buChar char="•"/>
                </a:pPr>
                <a:r>
                  <a:rPr b="0" i="0" lang="en-GB" sz="1100" u="none" cap="none" strike="noStrike">
                    <a:solidFill>
                      <a:schemeClr val="dk1"/>
                    </a:solidFill>
                    <a:latin typeface="Arial"/>
                    <a:ea typeface="Arial"/>
                    <a:cs typeface="Arial"/>
                    <a:sym typeface="Arial"/>
                  </a:rPr>
                  <a:t>Requirements </a:t>
                </a:r>
                <a:endParaRPr b="0" i="0" sz="1100" u="none" cap="none" strike="noStrike">
                  <a:solidFill>
                    <a:schemeClr val="dk1"/>
                  </a:solidFill>
                  <a:latin typeface="Arial"/>
                  <a:ea typeface="Arial"/>
                  <a:cs typeface="Arial"/>
                  <a:sym typeface="Arial"/>
                </a:endParaRPr>
              </a:p>
              <a:p>
                <a:pPr indent="-69850" lvl="2" marL="114300" marR="0" rtl="0" algn="l">
                  <a:lnSpc>
                    <a:spcPct val="90000"/>
                  </a:lnSpc>
                  <a:spcBef>
                    <a:spcPts val="165"/>
                  </a:spcBef>
                  <a:spcAft>
                    <a:spcPts val="0"/>
                  </a:spcAft>
                  <a:buClr>
                    <a:srgbClr val="000000"/>
                  </a:buClr>
                  <a:buSzPts val="1100"/>
                  <a:buFont typeface="Arial"/>
                  <a:buAutoNum type="arabicPeriod"/>
                </a:pPr>
                <a:r>
                  <a:rPr b="0" i="0" lang="en-GB" sz="1100" u="none" cap="none" strike="noStrike">
                    <a:solidFill>
                      <a:schemeClr val="dk1"/>
                    </a:solidFill>
                    <a:latin typeface="Arial"/>
                    <a:ea typeface="Arial"/>
                    <a:cs typeface="Arial"/>
                    <a:sym typeface="Arial"/>
                  </a:rPr>
                  <a:t>Copy of Valid Passport / Valid National ID / Birth certificate / Regional Government ID / Valid Driving license</a:t>
                </a:r>
                <a:endParaRPr b="0" i="0" sz="1100" u="none" cap="none" strike="noStrike">
                  <a:solidFill>
                    <a:schemeClr val="dk1"/>
                  </a:solidFill>
                  <a:latin typeface="Arial"/>
                  <a:ea typeface="Arial"/>
                  <a:cs typeface="Arial"/>
                  <a:sym typeface="Arial"/>
                </a:endParaRPr>
              </a:p>
              <a:p>
                <a:pPr indent="-69850" lvl="2" marL="114300" marR="0" rtl="0" algn="l">
                  <a:lnSpc>
                    <a:spcPct val="90000"/>
                  </a:lnSpc>
                  <a:spcBef>
                    <a:spcPts val="165"/>
                  </a:spcBef>
                  <a:spcAft>
                    <a:spcPts val="0"/>
                  </a:spcAft>
                  <a:buClr>
                    <a:srgbClr val="000000"/>
                  </a:buClr>
                  <a:buSzPts val="1100"/>
                  <a:buFont typeface="Arial"/>
                  <a:buAutoNum type="arabicPeriod"/>
                </a:pPr>
                <a:r>
                  <a:rPr b="0" i="0" lang="en-GB" sz="1100" u="none" cap="none" strike="noStrike">
                    <a:solidFill>
                      <a:schemeClr val="dk1"/>
                    </a:solidFill>
                    <a:latin typeface="Arial"/>
                    <a:ea typeface="Arial"/>
                    <a:cs typeface="Arial"/>
                    <a:sym typeface="Arial"/>
                  </a:rPr>
                  <a:t>Valid Employment ID</a:t>
                </a:r>
                <a:endParaRPr b="0" i="0" sz="1100" u="none" cap="none" strike="noStrike">
                  <a:solidFill>
                    <a:schemeClr val="dk1"/>
                  </a:solidFill>
                  <a:latin typeface="Arial"/>
                  <a:ea typeface="Arial"/>
                  <a:cs typeface="Arial"/>
                  <a:sym typeface="Arial"/>
                </a:endParaRPr>
              </a:p>
              <a:p>
                <a:pPr indent="-69850" lvl="2" marL="114300" marR="0" rtl="0" algn="l">
                  <a:lnSpc>
                    <a:spcPct val="90000"/>
                  </a:lnSpc>
                  <a:spcBef>
                    <a:spcPts val="165"/>
                  </a:spcBef>
                  <a:spcAft>
                    <a:spcPts val="0"/>
                  </a:spcAft>
                  <a:buClr>
                    <a:srgbClr val="000000"/>
                  </a:buClr>
                  <a:buSzPts val="1100"/>
                  <a:buFont typeface="Arial"/>
                  <a:buAutoNum type="arabicPeriod"/>
                </a:pPr>
                <a:r>
                  <a:rPr b="0" i="0" lang="en-GB" sz="1100" u="none" cap="none" strike="noStrike">
                    <a:solidFill>
                      <a:schemeClr val="dk1"/>
                    </a:solidFill>
                    <a:latin typeface="Arial"/>
                    <a:ea typeface="Arial"/>
                    <a:cs typeface="Arial"/>
                    <a:sym typeface="Arial"/>
                  </a:rPr>
                  <a:t>Passport size photo</a:t>
                </a:r>
                <a:endParaRPr b="0" i="0" sz="1100" u="none" cap="none" strike="noStrike">
                  <a:solidFill>
                    <a:schemeClr val="dk1"/>
                  </a:solidFill>
                  <a:latin typeface="Arial"/>
                  <a:ea typeface="Arial"/>
                  <a:cs typeface="Arial"/>
                  <a:sym typeface="Arial"/>
                </a:endParaRPr>
              </a:p>
              <a:p>
                <a:pPr indent="-69850" lvl="2" marL="114300" marR="0" rtl="0" algn="l">
                  <a:lnSpc>
                    <a:spcPct val="90000"/>
                  </a:lnSpc>
                  <a:spcBef>
                    <a:spcPts val="165"/>
                  </a:spcBef>
                  <a:spcAft>
                    <a:spcPts val="0"/>
                  </a:spcAft>
                  <a:buClr>
                    <a:srgbClr val="000000"/>
                  </a:buClr>
                  <a:buSzPts val="1100"/>
                  <a:buFont typeface="Arial"/>
                  <a:buAutoNum type="arabicPeriod"/>
                </a:pPr>
                <a:r>
                  <a:rPr b="0" i="0" lang="en-GB" sz="1100" u="none" cap="none" strike="noStrike">
                    <a:solidFill>
                      <a:schemeClr val="dk1"/>
                    </a:solidFill>
                    <a:latin typeface="Arial"/>
                    <a:ea typeface="Arial"/>
                    <a:cs typeface="Arial"/>
                    <a:sym typeface="Arial"/>
                  </a:rPr>
                  <a:t>Contact and Address information</a:t>
                </a:r>
                <a:endParaRPr b="0" i="0" sz="1100" u="none" cap="none" strike="noStrike">
                  <a:solidFill>
                    <a:schemeClr val="dk1"/>
                  </a:solidFill>
                  <a:latin typeface="Arial"/>
                  <a:ea typeface="Arial"/>
                  <a:cs typeface="Arial"/>
                  <a:sym typeface="Arial"/>
                </a:endParaRPr>
              </a:p>
            </p:txBody>
          </p:sp>
          <p:sp>
            <p:nvSpPr>
              <p:cNvPr id="187" name="Google Shape;187;p6"/>
              <p:cNvSpPr/>
              <p:nvPr/>
            </p:nvSpPr>
            <p:spPr>
              <a:xfrm>
                <a:off x="2669209" y="1051452"/>
                <a:ext cx="1857374" cy="742949"/>
              </a:xfrm>
              <a:custGeom>
                <a:rect b="b" l="l" r="r" t="t"/>
                <a:pathLst>
                  <a:path extrusionOk="0" h="742949" w="1857374">
                    <a:moveTo>
                      <a:pt x="0" y="0"/>
                    </a:moveTo>
                    <a:lnTo>
                      <a:pt x="1857374" y="0"/>
                    </a:lnTo>
                    <a:lnTo>
                      <a:pt x="1857374" y="742949"/>
                    </a:lnTo>
                    <a:lnTo>
                      <a:pt x="0" y="742949"/>
                    </a:lnTo>
                    <a:lnTo>
                      <a:pt x="0" y="0"/>
                    </a:lnTo>
                    <a:close/>
                  </a:path>
                </a:pathLst>
              </a:custGeom>
              <a:solidFill>
                <a:srgbClr val="0065C0"/>
              </a:solidFill>
              <a:ln cap="flat" cmpd="sng" w="25400">
                <a:solidFill>
                  <a:srgbClr val="0065C0"/>
                </a:solidFill>
                <a:prstDash val="solid"/>
                <a:round/>
                <a:headEnd len="sm" w="sm" type="none"/>
                <a:tailEnd len="sm" w="sm" type="none"/>
              </a:ln>
            </p:spPr>
            <p:txBody>
              <a:bodyPr anchorCtr="0" anchor="ctr" bIns="48750" lIns="85325" spcFirstLastPara="1" rIns="85325" wrap="square" tIns="48750">
                <a:noAutofit/>
              </a:bodyPr>
              <a:lstStyle/>
              <a:p>
                <a:pPr indent="0" lvl="0" marL="0" marR="0" rtl="0" algn="ctr">
                  <a:lnSpc>
                    <a:spcPct val="90000"/>
                  </a:lnSpc>
                  <a:spcBef>
                    <a:spcPts val="0"/>
                  </a:spcBef>
                  <a:spcAft>
                    <a:spcPts val="0"/>
                  </a:spcAft>
                  <a:buClr>
                    <a:srgbClr val="000000"/>
                  </a:buClr>
                  <a:buSzPts val="1200"/>
                  <a:buFont typeface="Arial"/>
                  <a:buNone/>
                </a:pPr>
                <a:r>
                  <a:rPr b="0" i="0" lang="en-GB" sz="1200" u="none" cap="none" strike="noStrike">
                    <a:solidFill>
                      <a:srgbClr val="FFFEFE"/>
                    </a:solidFill>
                    <a:latin typeface="Arial"/>
                    <a:ea typeface="Arial"/>
                    <a:cs typeface="Arial"/>
                    <a:sym typeface="Arial"/>
                  </a:rPr>
                  <a:t>Student Account</a:t>
                </a:r>
                <a:endParaRPr b="0" i="0" sz="1200" u="none" cap="none" strike="noStrike">
                  <a:solidFill>
                    <a:srgbClr val="FFFEFE"/>
                  </a:solidFill>
                  <a:latin typeface="Arial"/>
                  <a:ea typeface="Arial"/>
                  <a:cs typeface="Arial"/>
                  <a:sym typeface="Arial"/>
                </a:endParaRPr>
              </a:p>
            </p:txBody>
          </p:sp>
          <p:sp>
            <p:nvSpPr>
              <p:cNvPr id="188" name="Google Shape;188;p6"/>
              <p:cNvSpPr/>
              <p:nvPr/>
            </p:nvSpPr>
            <p:spPr>
              <a:xfrm>
                <a:off x="2669209" y="1794402"/>
                <a:ext cx="1857374" cy="1767948"/>
              </a:xfrm>
              <a:custGeom>
                <a:rect b="b" l="l" r="r" t="t"/>
                <a:pathLst>
                  <a:path extrusionOk="0" h="2854800" w="1857374">
                    <a:moveTo>
                      <a:pt x="0" y="0"/>
                    </a:moveTo>
                    <a:lnTo>
                      <a:pt x="1857374" y="0"/>
                    </a:lnTo>
                    <a:lnTo>
                      <a:pt x="1857374" y="2854800"/>
                    </a:lnTo>
                    <a:lnTo>
                      <a:pt x="0" y="2854800"/>
                    </a:lnTo>
                    <a:lnTo>
                      <a:pt x="0" y="0"/>
                    </a:lnTo>
                    <a:close/>
                  </a:path>
                </a:pathLst>
              </a:custGeom>
              <a:solidFill>
                <a:srgbClr val="CAD2E8">
                  <a:alpha val="89803"/>
                </a:srgbClr>
              </a:solidFill>
              <a:ln cap="flat" cmpd="sng" w="25400">
                <a:solidFill>
                  <a:srgbClr val="CAD2E8">
                    <a:alpha val="89803"/>
                  </a:srgbClr>
                </a:solidFill>
                <a:prstDash val="solid"/>
                <a:round/>
                <a:headEnd len="sm" w="sm" type="none"/>
                <a:tailEnd len="sm" w="sm" type="none"/>
              </a:ln>
            </p:spPr>
            <p:txBody>
              <a:bodyPr anchorCtr="0" anchor="t" bIns="88000" lIns="58650" spcFirstLastPara="1" rIns="78225" wrap="square" tIns="58650">
                <a:noAutofit/>
              </a:bodyPr>
              <a:lstStyle/>
              <a:p>
                <a:pPr indent="-69850" lvl="1" marL="57150" marR="0" rtl="0" algn="l">
                  <a:lnSpc>
                    <a:spcPct val="90000"/>
                  </a:lnSpc>
                  <a:spcBef>
                    <a:spcPts val="0"/>
                  </a:spcBef>
                  <a:spcAft>
                    <a:spcPts val="0"/>
                  </a:spcAft>
                  <a:buClr>
                    <a:srgbClr val="000000"/>
                  </a:buClr>
                  <a:buSzPts val="1100"/>
                  <a:buFont typeface="Arial"/>
                  <a:buChar char="•"/>
                </a:pPr>
                <a:r>
                  <a:rPr b="0" i="0" lang="en-GB" sz="1100" u="none" cap="none" strike="noStrike">
                    <a:solidFill>
                      <a:schemeClr val="dk1"/>
                    </a:solidFill>
                    <a:latin typeface="Arial"/>
                    <a:ea typeface="Arial"/>
                    <a:cs typeface="Arial"/>
                    <a:sym typeface="Arial"/>
                  </a:rPr>
                  <a:t>Requirements </a:t>
                </a:r>
                <a:endParaRPr/>
              </a:p>
              <a:p>
                <a:pPr indent="-69850" lvl="1" marL="57150" marR="0" rtl="0" algn="l">
                  <a:lnSpc>
                    <a:spcPct val="90000"/>
                  </a:lnSpc>
                  <a:spcBef>
                    <a:spcPts val="165"/>
                  </a:spcBef>
                  <a:spcAft>
                    <a:spcPts val="0"/>
                  </a:spcAft>
                  <a:buClr>
                    <a:srgbClr val="000000"/>
                  </a:buClr>
                  <a:buSzPts val="1100"/>
                  <a:buFont typeface="Arial"/>
                  <a:buChar char="•"/>
                </a:pPr>
                <a:r>
                  <a:rPr b="0" i="0" lang="en-GB" sz="1100" u="none" cap="none" strike="noStrike">
                    <a:solidFill>
                      <a:schemeClr val="dk1"/>
                    </a:solidFill>
                    <a:latin typeface="Arial"/>
                    <a:ea typeface="Arial"/>
                    <a:cs typeface="Arial"/>
                    <a:sym typeface="Arial"/>
                  </a:rPr>
                  <a:t>1.Copy of Valid Passport / Valid National ID / Birth certification / Regional Government ID / Valid Driving license</a:t>
                </a:r>
                <a:endParaRPr/>
              </a:p>
              <a:p>
                <a:pPr indent="-69850" lvl="1" marL="57150" marR="0" rtl="0" algn="l">
                  <a:lnSpc>
                    <a:spcPct val="90000"/>
                  </a:lnSpc>
                  <a:spcBef>
                    <a:spcPts val="165"/>
                  </a:spcBef>
                  <a:spcAft>
                    <a:spcPts val="0"/>
                  </a:spcAft>
                  <a:buClr>
                    <a:srgbClr val="000000"/>
                  </a:buClr>
                  <a:buSzPts val="1100"/>
                  <a:buFont typeface="Arial"/>
                  <a:buChar char="•"/>
                </a:pPr>
                <a:r>
                  <a:rPr b="0" i="0" lang="en-GB" sz="1100" u="none" cap="none" strike="noStrike">
                    <a:solidFill>
                      <a:schemeClr val="dk1"/>
                    </a:solidFill>
                    <a:latin typeface="Arial"/>
                    <a:ea typeface="Arial"/>
                    <a:cs typeface="Arial"/>
                    <a:sym typeface="Arial"/>
                  </a:rPr>
                  <a:t>2.Valid student ID.</a:t>
                </a:r>
                <a:endParaRPr/>
              </a:p>
              <a:p>
                <a:pPr indent="-69850" lvl="1" marL="57150" marR="0" rtl="0" algn="l">
                  <a:lnSpc>
                    <a:spcPct val="90000"/>
                  </a:lnSpc>
                  <a:spcBef>
                    <a:spcPts val="165"/>
                  </a:spcBef>
                  <a:spcAft>
                    <a:spcPts val="0"/>
                  </a:spcAft>
                  <a:buClr>
                    <a:srgbClr val="000000"/>
                  </a:buClr>
                  <a:buSzPts val="1100"/>
                  <a:buFont typeface="Arial"/>
                  <a:buChar char="•"/>
                </a:pPr>
                <a:r>
                  <a:rPr b="0" i="0" lang="en-GB" sz="1100" u="none" cap="none" strike="noStrike">
                    <a:solidFill>
                      <a:schemeClr val="dk1"/>
                    </a:solidFill>
                    <a:latin typeface="Arial"/>
                    <a:ea typeface="Arial"/>
                    <a:cs typeface="Arial"/>
                    <a:sym typeface="Arial"/>
                  </a:rPr>
                  <a:t>3.Passport size photo</a:t>
                </a:r>
                <a:endParaRPr/>
              </a:p>
              <a:p>
                <a:pPr indent="-69850" lvl="1" marL="57150" marR="0" rtl="0" algn="l">
                  <a:lnSpc>
                    <a:spcPct val="90000"/>
                  </a:lnSpc>
                  <a:spcBef>
                    <a:spcPts val="165"/>
                  </a:spcBef>
                  <a:spcAft>
                    <a:spcPts val="0"/>
                  </a:spcAft>
                  <a:buClr>
                    <a:srgbClr val="000000"/>
                  </a:buClr>
                  <a:buSzPts val="1100"/>
                  <a:buFont typeface="Arial"/>
                  <a:buChar char="•"/>
                </a:pPr>
                <a:r>
                  <a:rPr b="0" i="0" lang="en-GB" sz="1100" u="none" cap="none" strike="noStrike">
                    <a:solidFill>
                      <a:schemeClr val="dk1"/>
                    </a:solidFill>
                    <a:latin typeface="Arial"/>
                    <a:ea typeface="Arial"/>
                    <a:cs typeface="Arial"/>
                    <a:sym typeface="Arial"/>
                  </a:rPr>
                  <a:t>4.Contact and Address  information </a:t>
                </a:r>
                <a:endParaRPr/>
              </a:p>
            </p:txBody>
          </p:sp>
          <p:sp>
            <p:nvSpPr>
              <p:cNvPr id="189" name="Google Shape;189;p6"/>
              <p:cNvSpPr/>
              <p:nvPr/>
            </p:nvSpPr>
            <p:spPr>
              <a:xfrm>
                <a:off x="4786616" y="1051452"/>
                <a:ext cx="1857374" cy="742949"/>
              </a:xfrm>
              <a:custGeom>
                <a:rect b="b" l="l" r="r" t="t"/>
                <a:pathLst>
                  <a:path extrusionOk="0" h="742949" w="1857374">
                    <a:moveTo>
                      <a:pt x="0" y="0"/>
                    </a:moveTo>
                    <a:lnTo>
                      <a:pt x="1857374" y="0"/>
                    </a:lnTo>
                    <a:lnTo>
                      <a:pt x="1857374" y="742949"/>
                    </a:lnTo>
                    <a:lnTo>
                      <a:pt x="0" y="742949"/>
                    </a:lnTo>
                    <a:lnTo>
                      <a:pt x="0" y="0"/>
                    </a:lnTo>
                    <a:close/>
                  </a:path>
                </a:pathLst>
              </a:custGeom>
              <a:solidFill>
                <a:srgbClr val="0065C0"/>
              </a:solidFill>
              <a:ln cap="flat" cmpd="sng" w="25400">
                <a:solidFill>
                  <a:srgbClr val="0065C0"/>
                </a:solidFill>
                <a:prstDash val="solid"/>
                <a:round/>
                <a:headEnd len="sm" w="sm" type="none"/>
                <a:tailEnd len="sm" w="sm" type="none"/>
              </a:ln>
            </p:spPr>
            <p:txBody>
              <a:bodyPr anchorCtr="0" anchor="ctr" bIns="48750" lIns="85325" spcFirstLastPara="1" rIns="85325" wrap="square" tIns="48750">
                <a:noAutofit/>
              </a:bodyPr>
              <a:lstStyle/>
              <a:p>
                <a:pPr indent="0" lvl="0" marL="0" marR="0" rtl="0" algn="ctr">
                  <a:lnSpc>
                    <a:spcPct val="90000"/>
                  </a:lnSpc>
                  <a:spcBef>
                    <a:spcPts val="0"/>
                  </a:spcBef>
                  <a:spcAft>
                    <a:spcPts val="0"/>
                  </a:spcAft>
                  <a:buClr>
                    <a:srgbClr val="000000"/>
                  </a:buClr>
                  <a:buSzPts val="1200"/>
                  <a:buFont typeface="Arial"/>
                  <a:buNone/>
                </a:pPr>
                <a:r>
                  <a:rPr b="0" i="0" lang="en-GB" sz="1200" u="none" cap="none" strike="noStrike">
                    <a:solidFill>
                      <a:srgbClr val="FFFEFE"/>
                    </a:solidFill>
                    <a:latin typeface="Arial"/>
                    <a:ea typeface="Arial"/>
                    <a:cs typeface="Arial"/>
                    <a:sym typeface="Arial"/>
                  </a:rPr>
                  <a:t>Personal Saving Account</a:t>
                </a:r>
                <a:endParaRPr b="0" i="0" sz="1200" u="none" cap="none" strike="noStrike">
                  <a:solidFill>
                    <a:srgbClr val="FFFEFE"/>
                  </a:solidFill>
                  <a:latin typeface="Arial"/>
                  <a:ea typeface="Arial"/>
                  <a:cs typeface="Arial"/>
                  <a:sym typeface="Arial"/>
                </a:endParaRPr>
              </a:p>
            </p:txBody>
          </p:sp>
          <p:sp>
            <p:nvSpPr>
              <p:cNvPr id="190" name="Google Shape;190;p6"/>
              <p:cNvSpPr/>
              <p:nvPr/>
            </p:nvSpPr>
            <p:spPr>
              <a:xfrm>
                <a:off x="4786616" y="1794402"/>
                <a:ext cx="1857374" cy="1767948"/>
              </a:xfrm>
              <a:custGeom>
                <a:rect b="b" l="l" r="r" t="t"/>
                <a:pathLst>
                  <a:path extrusionOk="0" h="2854800" w="1857374">
                    <a:moveTo>
                      <a:pt x="0" y="0"/>
                    </a:moveTo>
                    <a:lnTo>
                      <a:pt x="1857374" y="0"/>
                    </a:lnTo>
                    <a:lnTo>
                      <a:pt x="1857374" y="2854800"/>
                    </a:lnTo>
                    <a:lnTo>
                      <a:pt x="0" y="2854800"/>
                    </a:lnTo>
                    <a:lnTo>
                      <a:pt x="0" y="0"/>
                    </a:lnTo>
                    <a:close/>
                  </a:path>
                </a:pathLst>
              </a:custGeom>
              <a:solidFill>
                <a:srgbClr val="CAD2E8">
                  <a:alpha val="89803"/>
                </a:srgbClr>
              </a:solidFill>
              <a:ln cap="flat" cmpd="sng" w="25400">
                <a:solidFill>
                  <a:srgbClr val="CAD2E8">
                    <a:alpha val="89803"/>
                  </a:srgbClr>
                </a:solidFill>
                <a:prstDash val="solid"/>
                <a:round/>
                <a:headEnd len="sm" w="sm" type="none"/>
                <a:tailEnd len="sm" w="sm" type="none"/>
              </a:ln>
            </p:spPr>
            <p:txBody>
              <a:bodyPr anchorCtr="0" anchor="t" bIns="88000" lIns="58650" spcFirstLastPara="1" rIns="78225" wrap="square" tIns="58650">
                <a:noAutofit/>
              </a:bodyPr>
              <a:lstStyle/>
              <a:p>
                <a:pPr indent="-69850" lvl="1" marL="57150" marR="0" rtl="0" algn="l">
                  <a:lnSpc>
                    <a:spcPct val="90000"/>
                  </a:lnSpc>
                  <a:spcBef>
                    <a:spcPts val="0"/>
                  </a:spcBef>
                  <a:spcAft>
                    <a:spcPts val="0"/>
                  </a:spcAft>
                  <a:buClr>
                    <a:srgbClr val="000000"/>
                  </a:buClr>
                  <a:buSzPts val="1100"/>
                  <a:buFont typeface="Arial"/>
                  <a:buChar char="•"/>
                </a:pPr>
                <a:r>
                  <a:rPr b="0" i="0" lang="en-GB" sz="1100" u="none" cap="none" strike="noStrike">
                    <a:solidFill>
                      <a:schemeClr val="dk1"/>
                    </a:solidFill>
                    <a:latin typeface="Arial"/>
                    <a:ea typeface="Arial"/>
                    <a:cs typeface="Arial"/>
                    <a:sym typeface="Arial"/>
                  </a:rPr>
                  <a:t>Requirements </a:t>
                </a:r>
                <a:endParaRPr b="0" i="0" sz="1100" u="none" cap="none" strike="noStrike">
                  <a:solidFill>
                    <a:schemeClr val="dk1"/>
                  </a:solidFill>
                  <a:latin typeface="Arial"/>
                  <a:ea typeface="Arial"/>
                  <a:cs typeface="Arial"/>
                  <a:sym typeface="Arial"/>
                </a:endParaRPr>
              </a:p>
              <a:p>
                <a:pPr indent="-69850" lvl="2" marL="114300" marR="0" rtl="0" algn="l">
                  <a:lnSpc>
                    <a:spcPct val="90000"/>
                  </a:lnSpc>
                  <a:spcBef>
                    <a:spcPts val="165"/>
                  </a:spcBef>
                  <a:spcAft>
                    <a:spcPts val="0"/>
                  </a:spcAft>
                  <a:buClr>
                    <a:srgbClr val="000000"/>
                  </a:buClr>
                  <a:buSzPts val="1100"/>
                  <a:buFont typeface="Arial"/>
                  <a:buAutoNum type="arabicPeriod"/>
                </a:pPr>
                <a:r>
                  <a:rPr b="0" i="0" lang="en-GB" sz="1100" u="none" cap="none" strike="noStrike">
                    <a:solidFill>
                      <a:schemeClr val="dk1"/>
                    </a:solidFill>
                    <a:latin typeface="Arial"/>
                    <a:ea typeface="Arial"/>
                    <a:cs typeface="Arial"/>
                    <a:sym typeface="Arial"/>
                  </a:rPr>
                  <a:t>Copy of Valid Passport / Valid National ID / Birth certificate / Regional Government ID / Valid Driving license</a:t>
                </a:r>
                <a:endParaRPr b="0" i="0" sz="1100" u="none" cap="none" strike="noStrike">
                  <a:solidFill>
                    <a:schemeClr val="dk1"/>
                  </a:solidFill>
                  <a:latin typeface="Arial"/>
                  <a:ea typeface="Arial"/>
                  <a:cs typeface="Arial"/>
                  <a:sym typeface="Arial"/>
                </a:endParaRPr>
              </a:p>
              <a:p>
                <a:pPr indent="-69850" lvl="2" marL="114300" marR="0" rtl="0" algn="l">
                  <a:lnSpc>
                    <a:spcPct val="90000"/>
                  </a:lnSpc>
                  <a:spcBef>
                    <a:spcPts val="165"/>
                  </a:spcBef>
                  <a:spcAft>
                    <a:spcPts val="0"/>
                  </a:spcAft>
                  <a:buClr>
                    <a:srgbClr val="000000"/>
                  </a:buClr>
                  <a:buSzPts val="1100"/>
                  <a:buFont typeface="Arial"/>
                  <a:buAutoNum type="arabicPeriod"/>
                </a:pPr>
                <a:r>
                  <a:rPr b="0" i="0" lang="en-GB" sz="1100" u="none" cap="none" strike="noStrike">
                    <a:solidFill>
                      <a:schemeClr val="dk1"/>
                    </a:solidFill>
                    <a:latin typeface="Arial"/>
                    <a:ea typeface="Arial"/>
                    <a:cs typeface="Arial"/>
                    <a:sym typeface="Arial"/>
                  </a:rPr>
                  <a:t>Valid Employment ID</a:t>
                </a:r>
                <a:endParaRPr b="0" i="0" sz="1100" u="none" cap="none" strike="noStrike">
                  <a:solidFill>
                    <a:schemeClr val="dk1"/>
                  </a:solidFill>
                  <a:latin typeface="Arial"/>
                  <a:ea typeface="Arial"/>
                  <a:cs typeface="Arial"/>
                  <a:sym typeface="Arial"/>
                </a:endParaRPr>
              </a:p>
              <a:p>
                <a:pPr indent="-69850" lvl="2" marL="114300" marR="0" rtl="0" algn="l">
                  <a:lnSpc>
                    <a:spcPct val="90000"/>
                  </a:lnSpc>
                  <a:spcBef>
                    <a:spcPts val="165"/>
                  </a:spcBef>
                  <a:spcAft>
                    <a:spcPts val="0"/>
                  </a:spcAft>
                  <a:buClr>
                    <a:srgbClr val="000000"/>
                  </a:buClr>
                  <a:buSzPts val="1100"/>
                  <a:buFont typeface="Arial"/>
                  <a:buAutoNum type="arabicPeriod"/>
                </a:pPr>
                <a:r>
                  <a:rPr b="0" i="0" lang="en-GB" sz="1100" u="none" cap="none" strike="noStrike">
                    <a:solidFill>
                      <a:schemeClr val="dk1"/>
                    </a:solidFill>
                    <a:latin typeface="Arial"/>
                    <a:ea typeface="Arial"/>
                    <a:cs typeface="Arial"/>
                    <a:sym typeface="Arial"/>
                  </a:rPr>
                  <a:t>Passport size photo</a:t>
                </a:r>
                <a:endParaRPr b="0" i="0" sz="1100" u="none" cap="none" strike="noStrike">
                  <a:solidFill>
                    <a:schemeClr val="dk1"/>
                  </a:solidFill>
                  <a:latin typeface="Arial"/>
                  <a:ea typeface="Arial"/>
                  <a:cs typeface="Arial"/>
                  <a:sym typeface="Arial"/>
                </a:endParaRPr>
              </a:p>
              <a:p>
                <a:pPr indent="-69850" lvl="1" marL="57150" marR="0" rtl="0" algn="l">
                  <a:lnSpc>
                    <a:spcPct val="90000"/>
                  </a:lnSpc>
                  <a:spcBef>
                    <a:spcPts val="165"/>
                  </a:spcBef>
                  <a:spcAft>
                    <a:spcPts val="0"/>
                  </a:spcAft>
                  <a:buClr>
                    <a:srgbClr val="000000"/>
                  </a:buClr>
                  <a:buSzPts val="1100"/>
                  <a:buFont typeface="Arial"/>
                  <a:buChar char="•"/>
                </a:pPr>
                <a:r>
                  <a:rPr b="0" i="0" lang="en-GB" sz="1100" u="none" cap="none" strike="noStrike">
                    <a:solidFill>
                      <a:schemeClr val="dk1"/>
                    </a:solidFill>
                    <a:latin typeface="Arial"/>
                    <a:ea typeface="Arial"/>
                    <a:cs typeface="Arial"/>
                    <a:sym typeface="Arial"/>
                  </a:rPr>
                  <a:t>Contact and Address information</a:t>
                </a:r>
                <a:endParaRPr b="0" i="0" sz="1100" u="none" cap="none" strike="noStrike">
                  <a:solidFill>
                    <a:schemeClr val="dk1"/>
                  </a:solidFill>
                  <a:latin typeface="Arial"/>
                  <a:ea typeface="Arial"/>
                  <a:cs typeface="Arial"/>
                  <a:sym typeface="Arial"/>
                </a:endParaRPr>
              </a:p>
            </p:txBody>
          </p:sp>
        </p:grpSp>
        <p:sp>
          <p:nvSpPr>
            <p:cNvPr id="191" name="Google Shape;191;p6"/>
            <p:cNvSpPr/>
            <p:nvPr/>
          </p:nvSpPr>
          <p:spPr>
            <a:xfrm>
              <a:off x="6977064" y="1051451"/>
              <a:ext cx="1857374" cy="741431"/>
            </a:xfrm>
            <a:custGeom>
              <a:rect b="b" l="l" r="r" t="t"/>
              <a:pathLst>
                <a:path extrusionOk="0" h="742949" w="1857374">
                  <a:moveTo>
                    <a:pt x="0" y="0"/>
                  </a:moveTo>
                  <a:lnTo>
                    <a:pt x="1857374" y="0"/>
                  </a:lnTo>
                  <a:lnTo>
                    <a:pt x="1857374" y="742949"/>
                  </a:lnTo>
                  <a:lnTo>
                    <a:pt x="0" y="742949"/>
                  </a:lnTo>
                  <a:lnTo>
                    <a:pt x="0" y="0"/>
                  </a:lnTo>
                  <a:close/>
                </a:path>
              </a:pathLst>
            </a:custGeom>
            <a:solidFill>
              <a:srgbClr val="0065C0"/>
            </a:solidFill>
            <a:ln cap="flat" cmpd="sng" w="25400">
              <a:solidFill>
                <a:srgbClr val="0065C0"/>
              </a:solidFill>
              <a:prstDash val="solid"/>
              <a:round/>
              <a:headEnd len="sm" w="sm" type="none"/>
              <a:tailEnd len="sm" w="sm" type="none"/>
            </a:ln>
          </p:spPr>
          <p:txBody>
            <a:bodyPr anchorCtr="0" anchor="ctr" bIns="48750" lIns="85325" spcFirstLastPara="1" rIns="85325" wrap="square" tIns="48750">
              <a:noAutofit/>
            </a:bodyPr>
            <a:lstStyle/>
            <a:p>
              <a:pPr indent="0" lvl="0" marL="0" marR="0" rtl="0" algn="ctr">
                <a:lnSpc>
                  <a:spcPct val="90000"/>
                </a:lnSpc>
                <a:spcBef>
                  <a:spcPts val="0"/>
                </a:spcBef>
                <a:spcAft>
                  <a:spcPts val="0"/>
                </a:spcAft>
                <a:buClr>
                  <a:srgbClr val="000000"/>
                </a:buClr>
                <a:buSzPts val="1200"/>
                <a:buFont typeface="Arial"/>
                <a:buNone/>
              </a:pPr>
              <a:r>
                <a:rPr b="0" i="0" lang="en-GB" sz="1200" u="none" cap="none" strike="noStrike">
                  <a:solidFill>
                    <a:srgbClr val="FFFEFE"/>
                  </a:solidFill>
                  <a:latin typeface="Arial"/>
                  <a:ea typeface="Arial"/>
                  <a:cs typeface="Arial"/>
                  <a:sym typeface="Arial"/>
                </a:rPr>
                <a:t>Personal Salary Account</a:t>
              </a:r>
              <a:endParaRPr b="0" i="0" sz="1200" u="none" cap="none" strike="noStrike">
                <a:solidFill>
                  <a:srgbClr val="FFFEFE"/>
                </a:solidFill>
                <a:latin typeface="Arial"/>
                <a:ea typeface="Arial"/>
                <a:cs typeface="Arial"/>
                <a:sym typeface="Arial"/>
              </a:endParaRPr>
            </a:p>
          </p:txBody>
        </p:sp>
        <p:sp>
          <p:nvSpPr>
            <p:cNvPr id="192" name="Google Shape;192;p6"/>
            <p:cNvSpPr/>
            <p:nvPr/>
          </p:nvSpPr>
          <p:spPr>
            <a:xfrm>
              <a:off x="6977064" y="1792884"/>
              <a:ext cx="1857374" cy="1764335"/>
            </a:xfrm>
            <a:custGeom>
              <a:rect b="b" l="l" r="r" t="t"/>
              <a:pathLst>
                <a:path extrusionOk="0" h="2854800" w="1857374">
                  <a:moveTo>
                    <a:pt x="0" y="0"/>
                  </a:moveTo>
                  <a:lnTo>
                    <a:pt x="1857374" y="0"/>
                  </a:lnTo>
                  <a:lnTo>
                    <a:pt x="1857374" y="2854800"/>
                  </a:lnTo>
                  <a:lnTo>
                    <a:pt x="0" y="2854800"/>
                  </a:lnTo>
                  <a:lnTo>
                    <a:pt x="0" y="0"/>
                  </a:lnTo>
                  <a:close/>
                </a:path>
              </a:pathLst>
            </a:custGeom>
            <a:solidFill>
              <a:srgbClr val="CAD2E8">
                <a:alpha val="89803"/>
              </a:srgbClr>
            </a:solidFill>
            <a:ln cap="flat" cmpd="sng" w="25400">
              <a:solidFill>
                <a:srgbClr val="CAD2E8">
                  <a:alpha val="89803"/>
                </a:srgbClr>
              </a:solidFill>
              <a:prstDash val="solid"/>
              <a:round/>
              <a:headEnd len="sm" w="sm" type="none"/>
              <a:tailEnd len="sm" w="sm" type="none"/>
            </a:ln>
          </p:spPr>
          <p:txBody>
            <a:bodyPr anchorCtr="0" anchor="t" bIns="88000" lIns="58650" spcFirstLastPara="1" rIns="78225" wrap="square" tIns="58650">
              <a:noAutofit/>
            </a:bodyPr>
            <a:lstStyle/>
            <a:p>
              <a:pPr indent="0" lvl="1" marL="0" marR="0" rtl="0" algn="l">
                <a:lnSpc>
                  <a:spcPct val="90000"/>
                </a:lnSpc>
                <a:spcBef>
                  <a:spcPts val="0"/>
                </a:spcBef>
                <a:spcAft>
                  <a:spcPts val="0"/>
                </a:spcAft>
                <a:buNone/>
              </a:pPr>
              <a:r>
                <a:rPr b="0" i="0" lang="en-GB" sz="1100" u="none" cap="none" strike="noStrike">
                  <a:solidFill>
                    <a:schemeClr val="dk1"/>
                  </a:solidFill>
                  <a:latin typeface="Arial"/>
                  <a:ea typeface="Arial"/>
                  <a:cs typeface="Arial"/>
                  <a:sym typeface="Arial"/>
                </a:rPr>
                <a:t>1.Copy of Valid Passport / Valid National ID / Birth certificate / Regional Government ID / Valid Driving license</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2.Valid Employment ID</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3.Passport size photo</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4.Contact and Address information</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196" name="Shape 196"/>
        <p:cNvGrpSpPr/>
        <p:nvPr/>
      </p:nvGrpSpPr>
      <p:grpSpPr>
        <a:xfrm>
          <a:off x="0" y="0"/>
          <a:ext cx="0" cy="0"/>
          <a:chOff x="0" y="0"/>
          <a:chExt cx="0" cy="0"/>
        </a:xfrm>
      </p:grpSpPr>
      <p:pic>
        <p:nvPicPr>
          <p:cNvPr id="197" name="Google Shape;197;p31"/>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198" name="Google Shape;198;p31"/>
          <p:cNvGrpSpPr/>
          <p:nvPr/>
        </p:nvGrpSpPr>
        <p:grpSpPr>
          <a:xfrm>
            <a:off x="611321" y="663118"/>
            <a:ext cx="8564529" cy="62974"/>
            <a:chOff x="0" y="0"/>
            <a:chExt cx="8564527" cy="62973"/>
          </a:xfrm>
        </p:grpSpPr>
        <p:sp>
          <p:nvSpPr>
            <p:cNvPr id="199" name="Google Shape;199;p31"/>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200" name="Google Shape;200;p31"/>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201" name="Google Shape;201;p31"/>
          <p:cNvSpPr/>
          <p:nvPr/>
        </p:nvSpPr>
        <p:spPr>
          <a:xfrm>
            <a:off x="549897" y="251294"/>
            <a:ext cx="4697120" cy="471924"/>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ACCOUNTS TYPES</a:t>
            </a:r>
            <a:endParaRPr/>
          </a:p>
        </p:txBody>
      </p:sp>
      <p:grpSp>
        <p:nvGrpSpPr>
          <p:cNvPr id="202" name="Google Shape;202;p31"/>
          <p:cNvGrpSpPr/>
          <p:nvPr/>
        </p:nvGrpSpPr>
        <p:grpSpPr>
          <a:xfrm>
            <a:off x="611321" y="1004036"/>
            <a:ext cx="8282636" cy="3885463"/>
            <a:chOff x="551802" y="1051451"/>
            <a:chExt cx="8282636" cy="3885463"/>
          </a:xfrm>
        </p:grpSpPr>
        <p:grpSp>
          <p:nvGrpSpPr>
            <p:cNvPr id="203" name="Google Shape;203;p31"/>
            <p:cNvGrpSpPr/>
            <p:nvPr/>
          </p:nvGrpSpPr>
          <p:grpSpPr>
            <a:xfrm>
              <a:off x="551802" y="1051451"/>
              <a:ext cx="6092188" cy="3183999"/>
              <a:chOff x="551802" y="1051451"/>
              <a:chExt cx="6092188" cy="3190519"/>
            </a:xfrm>
          </p:grpSpPr>
          <p:sp>
            <p:nvSpPr>
              <p:cNvPr id="204" name="Google Shape;204;p31"/>
              <p:cNvSpPr/>
              <p:nvPr/>
            </p:nvSpPr>
            <p:spPr>
              <a:xfrm>
                <a:off x="551802" y="1051452"/>
                <a:ext cx="1857374" cy="742949"/>
              </a:xfrm>
              <a:custGeom>
                <a:rect b="b" l="l" r="r" t="t"/>
                <a:pathLst>
                  <a:path extrusionOk="0" h="742949" w="1857374">
                    <a:moveTo>
                      <a:pt x="0" y="0"/>
                    </a:moveTo>
                    <a:lnTo>
                      <a:pt x="1857374" y="0"/>
                    </a:lnTo>
                    <a:lnTo>
                      <a:pt x="1857374" y="742949"/>
                    </a:lnTo>
                    <a:lnTo>
                      <a:pt x="0" y="742949"/>
                    </a:lnTo>
                    <a:lnTo>
                      <a:pt x="0" y="0"/>
                    </a:lnTo>
                    <a:close/>
                  </a:path>
                </a:pathLst>
              </a:custGeom>
              <a:solidFill>
                <a:srgbClr val="92D050"/>
              </a:solidFill>
              <a:ln cap="flat" cmpd="sng" w="25400">
                <a:solidFill>
                  <a:srgbClr val="92D050"/>
                </a:solidFill>
                <a:prstDash val="solid"/>
                <a:round/>
                <a:headEnd len="sm" w="sm" type="none"/>
                <a:tailEnd len="sm" w="sm" type="none"/>
              </a:ln>
            </p:spPr>
            <p:txBody>
              <a:bodyPr anchorCtr="0" anchor="ctr" bIns="48750" lIns="85325" spcFirstLastPara="1" rIns="85325" wrap="square" tIns="48750">
                <a:noAutofit/>
              </a:bodyPr>
              <a:lstStyle/>
              <a:p>
                <a:pPr indent="0" lvl="0" marL="0" marR="0" rtl="0" algn="ctr">
                  <a:lnSpc>
                    <a:spcPct val="90000"/>
                  </a:lnSpc>
                  <a:spcBef>
                    <a:spcPts val="0"/>
                  </a:spcBef>
                  <a:spcAft>
                    <a:spcPts val="0"/>
                  </a:spcAft>
                  <a:buClr>
                    <a:srgbClr val="000000"/>
                  </a:buClr>
                  <a:buSzPts val="1200"/>
                  <a:buFont typeface="Arial"/>
                  <a:buNone/>
                </a:pPr>
                <a:r>
                  <a:rPr b="0" i="0" lang="en-GB" sz="1200" u="none" cap="none" strike="noStrike">
                    <a:solidFill>
                      <a:schemeClr val="lt1"/>
                    </a:solidFill>
                    <a:latin typeface="Arial"/>
                    <a:ea typeface="Arial"/>
                    <a:cs typeface="Arial"/>
                    <a:sym typeface="Arial"/>
                  </a:rPr>
                  <a:t>Joint Account</a:t>
                </a:r>
                <a:endParaRPr b="0" i="0" sz="1200" u="none" cap="none" strike="noStrike">
                  <a:solidFill>
                    <a:schemeClr val="lt1"/>
                  </a:solidFill>
                  <a:latin typeface="Arial"/>
                  <a:ea typeface="Arial"/>
                  <a:cs typeface="Arial"/>
                  <a:sym typeface="Arial"/>
                </a:endParaRPr>
              </a:p>
            </p:txBody>
          </p:sp>
          <p:sp>
            <p:nvSpPr>
              <p:cNvPr id="205" name="Google Shape;205;p31"/>
              <p:cNvSpPr/>
              <p:nvPr/>
            </p:nvSpPr>
            <p:spPr>
              <a:xfrm>
                <a:off x="551802" y="1794402"/>
                <a:ext cx="1857374" cy="2447568"/>
              </a:xfrm>
              <a:custGeom>
                <a:rect b="b" l="l" r="r" t="t"/>
                <a:pathLst>
                  <a:path extrusionOk="0" h="2854800" w="1857374">
                    <a:moveTo>
                      <a:pt x="0" y="0"/>
                    </a:moveTo>
                    <a:lnTo>
                      <a:pt x="1857374" y="0"/>
                    </a:lnTo>
                    <a:lnTo>
                      <a:pt x="1857374" y="2854800"/>
                    </a:lnTo>
                    <a:lnTo>
                      <a:pt x="0" y="2854800"/>
                    </a:lnTo>
                    <a:lnTo>
                      <a:pt x="0" y="0"/>
                    </a:lnTo>
                    <a:close/>
                  </a:path>
                </a:pathLst>
              </a:custGeom>
              <a:solidFill>
                <a:srgbClr val="CAD2E8">
                  <a:alpha val="89803"/>
                </a:srgbClr>
              </a:solidFill>
              <a:ln cap="flat" cmpd="sng" w="25400">
                <a:solidFill>
                  <a:srgbClr val="CAD2E8">
                    <a:alpha val="89803"/>
                  </a:srgbClr>
                </a:solidFill>
                <a:prstDash val="solid"/>
                <a:round/>
                <a:headEnd len="sm" w="sm" type="none"/>
                <a:tailEnd len="sm" w="sm" type="none"/>
              </a:ln>
            </p:spPr>
            <p:txBody>
              <a:bodyPr anchorCtr="0" anchor="t" bIns="88000" lIns="58650" spcFirstLastPara="1" rIns="78225" wrap="square" tIns="58650">
                <a:noAutofit/>
              </a:bodyPr>
              <a:lstStyle/>
              <a:p>
                <a:pPr indent="-66675" lvl="1" marL="57150" marR="0" rtl="0" algn="l">
                  <a:lnSpc>
                    <a:spcPct val="90000"/>
                  </a:lnSpc>
                  <a:spcBef>
                    <a:spcPts val="0"/>
                  </a:spcBef>
                  <a:spcAft>
                    <a:spcPts val="0"/>
                  </a:spcAft>
                  <a:buClr>
                    <a:srgbClr val="000000"/>
                  </a:buClr>
                  <a:buSzPts val="1050"/>
                  <a:buFont typeface="Arial"/>
                  <a:buChar char="•"/>
                </a:pPr>
                <a:r>
                  <a:rPr b="0" i="0" lang="en-GB" sz="1050" u="none" cap="none" strike="noStrike">
                    <a:solidFill>
                      <a:schemeClr val="dk1"/>
                    </a:solidFill>
                    <a:latin typeface="Arial"/>
                    <a:ea typeface="Arial"/>
                    <a:cs typeface="Arial"/>
                    <a:sym typeface="Arial"/>
                  </a:rPr>
                  <a:t>Requirements </a:t>
                </a:r>
                <a:endParaRPr/>
              </a:p>
              <a:p>
                <a:pPr indent="0" lvl="1" marL="0" marR="0" rtl="0" algn="l">
                  <a:lnSpc>
                    <a:spcPct val="90000"/>
                  </a:lnSpc>
                  <a:spcBef>
                    <a:spcPts val="158"/>
                  </a:spcBef>
                  <a:spcAft>
                    <a:spcPts val="0"/>
                  </a:spcAft>
                  <a:buNone/>
                </a:pPr>
                <a:r>
                  <a:rPr b="0" i="0" lang="en-GB" sz="1050" u="none" cap="none" strike="noStrike">
                    <a:solidFill>
                      <a:schemeClr val="dk1"/>
                    </a:solidFill>
                    <a:latin typeface="Arial"/>
                    <a:ea typeface="Arial"/>
                    <a:cs typeface="Arial"/>
                    <a:sym typeface="Arial"/>
                  </a:rPr>
                  <a:t>1.Copy of Valid Passport / Valid National ID / Birth certification / Regional Government ID / Valid Driving license for all individuals.</a:t>
                </a:r>
                <a:endParaRPr/>
              </a:p>
              <a:p>
                <a:pPr indent="0" lvl="1" marL="0" marR="0" rtl="0" algn="l">
                  <a:lnSpc>
                    <a:spcPct val="90000"/>
                  </a:lnSpc>
                  <a:spcBef>
                    <a:spcPts val="158"/>
                  </a:spcBef>
                  <a:spcAft>
                    <a:spcPts val="0"/>
                  </a:spcAft>
                  <a:buNone/>
                </a:pPr>
                <a:r>
                  <a:rPr b="0" i="0" lang="en-GB" sz="1050" u="none" cap="none" strike="noStrike">
                    <a:solidFill>
                      <a:schemeClr val="dk1"/>
                    </a:solidFill>
                    <a:latin typeface="Arial"/>
                    <a:ea typeface="Arial"/>
                    <a:cs typeface="Arial"/>
                    <a:sym typeface="Arial"/>
                  </a:rPr>
                  <a:t>2.Passport size photo</a:t>
                </a:r>
                <a:endParaRPr/>
              </a:p>
              <a:p>
                <a:pPr indent="0" lvl="1" marL="0" marR="0" rtl="0" algn="l">
                  <a:lnSpc>
                    <a:spcPct val="90000"/>
                  </a:lnSpc>
                  <a:spcBef>
                    <a:spcPts val="158"/>
                  </a:spcBef>
                  <a:spcAft>
                    <a:spcPts val="0"/>
                  </a:spcAft>
                  <a:buNone/>
                </a:pPr>
                <a:r>
                  <a:rPr b="0" i="0" lang="en-GB" sz="1050" u="none" cap="none" strike="noStrike">
                    <a:solidFill>
                      <a:schemeClr val="dk1"/>
                    </a:solidFill>
                    <a:latin typeface="Arial"/>
                    <a:ea typeface="Arial"/>
                    <a:cs typeface="Arial"/>
                    <a:sym typeface="Arial"/>
                  </a:rPr>
                  <a:t>3.Contact and address information </a:t>
                </a:r>
                <a:endParaRPr/>
              </a:p>
              <a:p>
                <a:pPr indent="0" lvl="1" marL="0" marR="0" rtl="0" algn="l">
                  <a:lnSpc>
                    <a:spcPct val="90000"/>
                  </a:lnSpc>
                  <a:spcBef>
                    <a:spcPts val="158"/>
                  </a:spcBef>
                  <a:spcAft>
                    <a:spcPts val="0"/>
                  </a:spcAft>
                  <a:buNone/>
                </a:pPr>
                <a:r>
                  <a:rPr b="0" i="0" lang="en-GB" sz="1050" u="none" cap="none" strike="noStrike">
                    <a:solidFill>
                      <a:schemeClr val="dk1"/>
                    </a:solidFill>
                    <a:latin typeface="Arial"/>
                    <a:ea typeface="Arial"/>
                    <a:cs typeface="Arial"/>
                    <a:sym typeface="Arial"/>
                  </a:rPr>
                  <a:t>4.Request letter stating account operating mandate and Purpose of the account.</a:t>
                </a:r>
                <a:endParaRPr/>
              </a:p>
              <a:p>
                <a:pPr indent="0" lvl="1" marL="0" marR="0" rtl="0" algn="l">
                  <a:lnSpc>
                    <a:spcPct val="90000"/>
                  </a:lnSpc>
                  <a:spcBef>
                    <a:spcPts val="158"/>
                  </a:spcBef>
                  <a:spcAft>
                    <a:spcPts val="0"/>
                  </a:spcAft>
                  <a:buNone/>
                </a:pPr>
                <a:r>
                  <a:rPr b="0" i="0" lang="en-GB" sz="1050" u="none" cap="none" strike="noStrike">
                    <a:solidFill>
                      <a:schemeClr val="dk1"/>
                    </a:solidFill>
                    <a:latin typeface="Arial"/>
                    <a:ea typeface="Arial"/>
                    <a:cs typeface="Arial"/>
                    <a:sym typeface="Arial"/>
                  </a:rPr>
                  <a:t>5.Minimum 2 individuals, maximum 5 individuals.</a:t>
                </a:r>
                <a:endParaRPr/>
              </a:p>
            </p:txBody>
          </p:sp>
          <p:sp>
            <p:nvSpPr>
              <p:cNvPr id="206" name="Google Shape;206;p31"/>
              <p:cNvSpPr/>
              <p:nvPr/>
            </p:nvSpPr>
            <p:spPr>
              <a:xfrm>
                <a:off x="2669209" y="1051451"/>
                <a:ext cx="1857374" cy="742949"/>
              </a:xfrm>
              <a:custGeom>
                <a:rect b="b" l="l" r="r" t="t"/>
                <a:pathLst>
                  <a:path extrusionOk="0" h="742949" w="1857374">
                    <a:moveTo>
                      <a:pt x="0" y="0"/>
                    </a:moveTo>
                    <a:lnTo>
                      <a:pt x="1857374" y="0"/>
                    </a:lnTo>
                    <a:lnTo>
                      <a:pt x="1857374" y="742949"/>
                    </a:lnTo>
                    <a:lnTo>
                      <a:pt x="0" y="742949"/>
                    </a:lnTo>
                    <a:lnTo>
                      <a:pt x="0" y="0"/>
                    </a:lnTo>
                    <a:close/>
                  </a:path>
                </a:pathLst>
              </a:custGeom>
              <a:solidFill>
                <a:srgbClr val="92D050"/>
              </a:solidFill>
              <a:ln cap="flat" cmpd="sng" w="25400">
                <a:solidFill>
                  <a:srgbClr val="92D050"/>
                </a:solidFill>
                <a:prstDash val="solid"/>
                <a:round/>
                <a:headEnd len="sm" w="sm" type="none"/>
                <a:tailEnd len="sm" w="sm" type="none"/>
              </a:ln>
            </p:spPr>
            <p:txBody>
              <a:bodyPr anchorCtr="0" anchor="ctr" bIns="48750" lIns="85325" spcFirstLastPara="1" rIns="85325" wrap="square" tIns="48750">
                <a:noAutofit/>
              </a:bodyPr>
              <a:lstStyle/>
              <a:p>
                <a:pPr indent="0" lvl="0" marL="0" marR="0" rtl="0" algn="ctr">
                  <a:lnSpc>
                    <a:spcPct val="90000"/>
                  </a:lnSpc>
                  <a:spcBef>
                    <a:spcPts val="0"/>
                  </a:spcBef>
                  <a:spcAft>
                    <a:spcPts val="0"/>
                  </a:spcAft>
                  <a:buClr>
                    <a:srgbClr val="000000"/>
                  </a:buClr>
                  <a:buSzPts val="1200"/>
                  <a:buFont typeface="Arial"/>
                  <a:buNone/>
                </a:pPr>
                <a:r>
                  <a:rPr b="0" i="0" lang="en-GB" sz="1200" u="none" cap="none" strike="noStrike">
                    <a:solidFill>
                      <a:srgbClr val="FFFEFE"/>
                    </a:solidFill>
                    <a:latin typeface="Arial"/>
                    <a:ea typeface="Arial"/>
                    <a:cs typeface="Arial"/>
                    <a:sym typeface="Arial"/>
                  </a:rPr>
                  <a:t>Hajj/Umra Account</a:t>
                </a:r>
                <a:endParaRPr b="0" i="0" sz="1200" u="none" cap="none" strike="noStrike">
                  <a:solidFill>
                    <a:srgbClr val="FFFEFE"/>
                  </a:solidFill>
                  <a:latin typeface="Arial"/>
                  <a:ea typeface="Arial"/>
                  <a:cs typeface="Arial"/>
                  <a:sym typeface="Arial"/>
                </a:endParaRPr>
              </a:p>
            </p:txBody>
          </p:sp>
          <p:sp>
            <p:nvSpPr>
              <p:cNvPr id="207" name="Google Shape;207;p31"/>
              <p:cNvSpPr/>
              <p:nvPr/>
            </p:nvSpPr>
            <p:spPr>
              <a:xfrm>
                <a:off x="2669209" y="1794402"/>
                <a:ext cx="1857374" cy="1767948"/>
              </a:xfrm>
              <a:custGeom>
                <a:rect b="b" l="l" r="r" t="t"/>
                <a:pathLst>
                  <a:path extrusionOk="0" h="2854800" w="1857374">
                    <a:moveTo>
                      <a:pt x="0" y="0"/>
                    </a:moveTo>
                    <a:lnTo>
                      <a:pt x="1857374" y="0"/>
                    </a:lnTo>
                    <a:lnTo>
                      <a:pt x="1857374" y="2854800"/>
                    </a:lnTo>
                    <a:lnTo>
                      <a:pt x="0" y="2854800"/>
                    </a:lnTo>
                    <a:lnTo>
                      <a:pt x="0" y="0"/>
                    </a:lnTo>
                    <a:close/>
                  </a:path>
                </a:pathLst>
              </a:custGeom>
              <a:solidFill>
                <a:srgbClr val="CAD2E8">
                  <a:alpha val="89803"/>
                </a:srgbClr>
              </a:solidFill>
              <a:ln cap="flat" cmpd="sng" w="25400">
                <a:solidFill>
                  <a:srgbClr val="CAD2E8">
                    <a:alpha val="89803"/>
                  </a:srgbClr>
                </a:solidFill>
                <a:prstDash val="solid"/>
                <a:round/>
                <a:headEnd len="sm" w="sm" type="none"/>
                <a:tailEnd len="sm" w="sm" type="none"/>
              </a:ln>
            </p:spPr>
            <p:txBody>
              <a:bodyPr anchorCtr="0" anchor="t" bIns="88000" lIns="58650" spcFirstLastPara="1" rIns="78225" wrap="square" tIns="58650">
                <a:noAutofit/>
              </a:bodyPr>
              <a:lstStyle/>
              <a:p>
                <a:pPr indent="0" lvl="1" marL="0" marR="0" rtl="0" algn="l">
                  <a:lnSpc>
                    <a:spcPct val="90000"/>
                  </a:lnSpc>
                  <a:spcBef>
                    <a:spcPts val="0"/>
                  </a:spcBef>
                  <a:spcAft>
                    <a:spcPts val="0"/>
                  </a:spcAft>
                  <a:buNone/>
                </a:pPr>
                <a:r>
                  <a:rPr b="0" i="0" lang="en-GB" sz="1100" u="none" cap="none" strike="noStrike">
                    <a:solidFill>
                      <a:schemeClr val="dk1"/>
                    </a:solidFill>
                    <a:latin typeface="Arial"/>
                    <a:ea typeface="Arial"/>
                    <a:cs typeface="Arial"/>
                    <a:sym typeface="Arial"/>
                  </a:rPr>
                  <a:t>1.Copy of Valid Passport / Valid National ID / Birth certificate / Regional Government ID / Valid Driving license</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2.Valid Employment ID</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3.Passport size photo</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4.Contact and Address information</a:t>
                </a:r>
                <a:endParaRPr/>
              </a:p>
            </p:txBody>
          </p:sp>
          <p:sp>
            <p:nvSpPr>
              <p:cNvPr id="208" name="Google Shape;208;p31"/>
              <p:cNvSpPr/>
              <p:nvPr/>
            </p:nvSpPr>
            <p:spPr>
              <a:xfrm>
                <a:off x="4786616" y="1051452"/>
                <a:ext cx="1857374" cy="742949"/>
              </a:xfrm>
              <a:custGeom>
                <a:rect b="b" l="l" r="r" t="t"/>
                <a:pathLst>
                  <a:path extrusionOk="0" h="742949" w="1857374">
                    <a:moveTo>
                      <a:pt x="0" y="0"/>
                    </a:moveTo>
                    <a:lnTo>
                      <a:pt x="1857374" y="0"/>
                    </a:lnTo>
                    <a:lnTo>
                      <a:pt x="1857374" y="742949"/>
                    </a:lnTo>
                    <a:lnTo>
                      <a:pt x="0" y="742949"/>
                    </a:lnTo>
                    <a:lnTo>
                      <a:pt x="0" y="0"/>
                    </a:lnTo>
                    <a:close/>
                  </a:path>
                </a:pathLst>
              </a:custGeom>
              <a:solidFill>
                <a:srgbClr val="92D050"/>
              </a:solidFill>
              <a:ln cap="flat" cmpd="sng" w="25400">
                <a:solidFill>
                  <a:srgbClr val="92D050"/>
                </a:solidFill>
                <a:prstDash val="solid"/>
                <a:round/>
                <a:headEnd len="sm" w="sm" type="none"/>
                <a:tailEnd len="sm" w="sm" type="none"/>
              </a:ln>
            </p:spPr>
            <p:txBody>
              <a:bodyPr anchorCtr="0" anchor="ctr" bIns="48750" lIns="85325" spcFirstLastPara="1" rIns="85325" wrap="square" tIns="48750">
                <a:noAutofit/>
              </a:bodyPr>
              <a:lstStyle/>
              <a:p>
                <a:pPr indent="0" lvl="0" marL="0" marR="0" rtl="0" algn="ctr">
                  <a:lnSpc>
                    <a:spcPct val="90000"/>
                  </a:lnSpc>
                  <a:spcBef>
                    <a:spcPts val="0"/>
                  </a:spcBef>
                  <a:spcAft>
                    <a:spcPts val="0"/>
                  </a:spcAft>
                  <a:buClr>
                    <a:srgbClr val="000000"/>
                  </a:buClr>
                  <a:buSzPts val="1200"/>
                  <a:buFont typeface="Arial"/>
                  <a:buNone/>
                </a:pPr>
                <a:r>
                  <a:rPr b="0" i="0" lang="en-GB" sz="1200" u="none" cap="none" strike="noStrike">
                    <a:solidFill>
                      <a:srgbClr val="FFFEFE"/>
                    </a:solidFill>
                    <a:latin typeface="Arial"/>
                    <a:ea typeface="Arial"/>
                    <a:cs typeface="Arial"/>
                    <a:sym typeface="Arial"/>
                  </a:rPr>
                  <a:t>Maandeeq Account</a:t>
                </a:r>
                <a:endParaRPr b="0" i="0" sz="1200" u="none" cap="none" strike="noStrike">
                  <a:solidFill>
                    <a:srgbClr val="FFFEFE"/>
                  </a:solidFill>
                  <a:latin typeface="Arial"/>
                  <a:ea typeface="Arial"/>
                  <a:cs typeface="Arial"/>
                  <a:sym typeface="Arial"/>
                </a:endParaRPr>
              </a:p>
            </p:txBody>
          </p:sp>
          <p:sp>
            <p:nvSpPr>
              <p:cNvPr id="209" name="Google Shape;209;p31"/>
              <p:cNvSpPr/>
              <p:nvPr/>
            </p:nvSpPr>
            <p:spPr>
              <a:xfrm>
                <a:off x="4786616" y="1794402"/>
                <a:ext cx="1857374" cy="1881260"/>
              </a:xfrm>
              <a:custGeom>
                <a:rect b="b" l="l" r="r" t="t"/>
                <a:pathLst>
                  <a:path extrusionOk="0" h="2854800" w="1857374">
                    <a:moveTo>
                      <a:pt x="0" y="0"/>
                    </a:moveTo>
                    <a:lnTo>
                      <a:pt x="1857374" y="0"/>
                    </a:lnTo>
                    <a:lnTo>
                      <a:pt x="1857374" y="2854800"/>
                    </a:lnTo>
                    <a:lnTo>
                      <a:pt x="0" y="2854800"/>
                    </a:lnTo>
                    <a:lnTo>
                      <a:pt x="0" y="0"/>
                    </a:lnTo>
                    <a:close/>
                  </a:path>
                </a:pathLst>
              </a:custGeom>
              <a:solidFill>
                <a:srgbClr val="CAD2E8">
                  <a:alpha val="89803"/>
                </a:srgbClr>
              </a:solidFill>
              <a:ln cap="flat" cmpd="sng" w="25400">
                <a:solidFill>
                  <a:srgbClr val="CAD2E8">
                    <a:alpha val="89803"/>
                  </a:srgbClr>
                </a:solidFill>
                <a:prstDash val="solid"/>
                <a:round/>
                <a:headEnd len="sm" w="sm" type="none"/>
                <a:tailEnd len="sm" w="sm" type="none"/>
              </a:ln>
            </p:spPr>
            <p:txBody>
              <a:bodyPr anchorCtr="0" anchor="t" bIns="88000" lIns="58650" spcFirstLastPara="1" rIns="78225" wrap="square" tIns="58650">
                <a:noAutofit/>
              </a:bodyPr>
              <a:lstStyle/>
              <a:p>
                <a:pPr indent="0" lvl="1" marL="0" marR="0" rtl="0" algn="l">
                  <a:lnSpc>
                    <a:spcPct val="90000"/>
                  </a:lnSpc>
                  <a:spcBef>
                    <a:spcPts val="0"/>
                  </a:spcBef>
                  <a:spcAft>
                    <a:spcPts val="0"/>
                  </a:spcAft>
                  <a:buNone/>
                </a:pPr>
                <a:r>
                  <a:rPr b="0" i="0" lang="en-GB" sz="1100" u="none" cap="none" strike="noStrike">
                    <a:solidFill>
                      <a:schemeClr val="dk1"/>
                    </a:solidFill>
                    <a:latin typeface="Arial"/>
                    <a:ea typeface="Arial"/>
                    <a:cs typeface="Arial"/>
                    <a:sym typeface="Arial"/>
                  </a:rPr>
                  <a:t>1.Applicable only for women</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2.Copy of Valid Passport / Valid National ID / Birth certificate / Regional Government ID / Valid Driving license</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3.Valid Employment ID</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4.Passport size photo</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5.Contact and Address information</a:t>
                </a:r>
                <a:endParaRPr/>
              </a:p>
            </p:txBody>
          </p:sp>
        </p:grpSp>
        <p:sp>
          <p:nvSpPr>
            <p:cNvPr id="210" name="Google Shape;210;p31"/>
            <p:cNvSpPr/>
            <p:nvPr/>
          </p:nvSpPr>
          <p:spPr>
            <a:xfrm>
              <a:off x="6977064" y="1051451"/>
              <a:ext cx="1857374" cy="741431"/>
            </a:xfrm>
            <a:custGeom>
              <a:rect b="b" l="l" r="r" t="t"/>
              <a:pathLst>
                <a:path extrusionOk="0" h="742949" w="1857374">
                  <a:moveTo>
                    <a:pt x="0" y="0"/>
                  </a:moveTo>
                  <a:lnTo>
                    <a:pt x="1857374" y="0"/>
                  </a:lnTo>
                  <a:lnTo>
                    <a:pt x="1857374" y="742949"/>
                  </a:lnTo>
                  <a:lnTo>
                    <a:pt x="0" y="742949"/>
                  </a:lnTo>
                  <a:lnTo>
                    <a:pt x="0" y="0"/>
                  </a:lnTo>
                  <a:close/>
                </a:path>
              </a:pathLst>
            </a:custGeom>
            <a:solidFill>
              <a:srgbClr val="92D050"/>
            </a:solidFill>
            <a:ln cap="flat" cmpd="sng" w="25400">
              <a:solidFill>
                <a:srgbClr val="92D050"/>
              </a:solidFill>
              <a:prstDash val="solid"/>
              <a:round/>
              <a:headEnd len="sm" w="sm" type="none"/>
              <a:tailEnd len="sm" w="sm" type="none"/>
            </a:ln>
          </p:spPr>
          <p:txBody>
            <a:bodyPr anchorCtr="0" anchor="ctr" bIns="48750" lIns="85325" spcFirstLastPara="1" rIns="85325" wrap="square" tIns="48750">
              <a:noAutofit/>
            </a:bodyPr>
            <a:lstStyle/>
            <a:p>
              <a:pPr indent="0" lvl="0" marL="0" marR="0" rtl="0" algn="ctr">
                <a:lnSpc>
                  <a:spcPct val="90000"/>
                </a:lnSpc>
                <a:spcBef>
                  <a:spcPts val="0"/>
                </a:spcBef>
                <a:spcAft>
                  <a:spcPts val="0"/>
                </a:spcAft>
                <a:buClr>
                  <a:srgbClr val="000000"/>
                </a:buClr>
                <a:buSzPts val="1200"/>
                <a:buFont typeface="Arial"/>
                <a:buNone/>
              </a:pPr>
              <a:r>
                <a:rPr b="0" i="0" lang="en-GB" sz="1200" u="none" cap="none" strike="noStrike">
                  <a:solidFill>
                    <a:srgbClr val="FFFEFE"/>
                  </a:solidFill>
                  <a:latin typeface="Arial"/>
                  <a:ea typeface="Arial"/>
                  <a:cs typeface="Arial"/>
                  <a:sym typeface="Arial"/>
                </a:rPr>
                <a:t>Business Current Account</a:t>
              </a:r>
              <a:endParaRPr b="0" i="0" sz="1200" u="none" cap="none" strike="noStrike">
                <a:solidFill>
                  <a:srgbClr val="FFFEFE"/>
                </a:solidFill>
                <a:latin typeface="Arial"/>
                <a:ea typeface="Arial"/>
                <a:cs typeface="Arial"/>
                <a:sym typeface="Arial"/>
              </a:endParaRPr>
            </a:p>
          </p:txBody>
        </p:sp>
        <p:sp>
          <p:nvSpPr>
            <p:cNvPr id="211" name="Google Shape;211;p31"/>
            <p:cNvSpPr/>
            <p:nvPr/>
          </p:nvSpPr>
          <p:spPr>
            <a:xfrm>
              <a:off x="6977064" y="1792883"/>
              <a:ext cx="1857374" cy="3144031"/>
            </a:xfrm>
            <a:custGeom>
              <a:rect b="b" l="l" r="r" t="t"/>
              <a:pathLst>
                <a:path extrusionOk="0" h="2854800" w="1857374">
                  <a:moveTo>
                    <a:pt x="0" y="0"/>
                  </a:moveTo>
                  <a:lnTo>
                    <a:pt x="1857374" y="0"/>
                  </a:lnTo>
                  <a:lnTo>
                    <a:pt x="1857374" y="2854800"/>
                  </a:lnTo>
                  <a:lnTo>
                    <a:pt x="0" y="2854800"/>
                  </a:lnTo>
                  <a:lnTo>
                    <a:pt x="0" y="0"/>
                  </a:lnTo>
                  <a:close/>
                </a:path>
              </a:pathLst>
            </a:custGeom>
            <a:solidFill>
              <a:srgbClr val="CAD2E8">
                <a:alpha val="89803"/>
              </a:srgbClr>
            </a:solidFill>
            <a:ln cap="flat" cmpd="sng" w="25400">
              <a:solidFill>
                <a:srgbClr val="CAD2E8">
                  <a:alpha val="89803"/>
                </a:srgbClr>
              </a:solidFill>
              <a:prstDash val="solid"/>
              <a:round/>
              <a:headEnd len="sm" w="sm" type="none"/>
              <a:tailEnd len="sm" w="sm" type="none"/>
            </a:ln>
          </p:spPr>
          <p:txBody>
            <a:bodyPr anchorCtr="0" anchor="t" bIns="88000" lIns="58650" spcFirstLastPara="1" rIns="78225" wrap="square" tIns="58650">
              <a:noAutofit/>
            </a:bodyPr>
            <a:lstStyle/>
            <a:p>
              <a:pPr indent="0" lvl="1" marL="0" marR="0" rtl="0" algn="l">
                <a:lnSpc>
                  <a:spcPct val="90000"/>
                </a:lnSpc>
                <a:spcBef>
                  <a:spcPts val="0"/>
                </a:spcBef>
                <a:spcAft>
                  <a:spcPts val="0"/>
                </a:spcAft>
                <a:buNone/>
              </a:pPr>
              <a:r>
                <a:rPr b="0" i="0" lang="en-GB" sz="1100" u="none" cap="none" strike="noStrike">
                  <a:solidFill>
                    <a:schemeClr val="dk1"/>
                  </a:solidFill>
                  <a:latin typeface="Arial"/>
                  <a:ea typeface="Arial"/>
                  <a:cs typeface="Arial"/>
                  <a:sym typeface="Arial"/>
                </a:rPr>
                <a:t>1.Copy of  Valid certificate of registration</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2.Notarized memorandum or articles of association</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3.Copy of Valid Passport / Valid National ID / Birth certificate / Regional Government ID / Valid Driving license for Business owners and account signatories.</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4.Request letter indicating resolution to open account and signing mandates.</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5.Account signatories  Passport size photo </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6.Business contact and address information</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7.Company profile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2"/>
                                        </p:tgtEl>
                                        <p:attrNameLst>
                                          <p:attrName>style.visibility</p:attrName>
                                        </p:attrNameLst>
                                      </p:cBhvr>
                                      <p:to>
                                        <p:strVal val="visible"/>
                                      </p:to>
                                    </p:set>
                                    <p:anim calcmode="lin" valueType="num">
                                      <p:cBhvr additive="base">
                                        <p:cTn dur="500"/>
                                        <p:tgtEl>
                                          <p:spTgt spid="20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215" name="Shape 215"/>
        <p:cNvGrpSpPr/>
        <p:nvPr/>
      </p:nvGrpSpPr>
      <p:grpSpPr>
        <a:xfrm>
          <a:off x="0" y="0"/>
          <a:ext cx="0" cy="0"/>
          <a:chOff x="0" y="0"/>
          <a:chExt cx="0" cy="0"/>
        </a:xfrm>
      </p:grpSpPr>
      <p:pic>
        <p:nvPicPr>
          <p:cNvPr id="216" name="Google Shape;216;p32"/>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217" name="Google Shape;217;p32"/>
          <p:cNvGrpSpPr/>
          <p:nvPr/>
        </p:nvGrpSpPr>
        <p:grpSpPr>
          <a:xfrm>
            <a:off x="611321" y="663118"/>
            <a:ext cx="8564529" cy="62974"/>
            <a:chOff x="0" y="0"/>
            <a:chExt cx="8564527" cy="62973"/>
          </a:xfrm>
        </p:grpSpPr>
        <p:sp>
          <p:nvSpPr>
            <p:cNvPr id="218" name="Google Shape;218;p32"/>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219" name="Google Shape;219;p32"/>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220" name="Google Shape;220;p32"/>
          <p:cNvSpPr/>
          <p:nvPr/>
        </p:nvSpPr>
        <p:spPr>
          <a:xfrm>
            <a:off x="549897" y="251294"/>
            <a:ext cx="4697120" cy="471924"/>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ACCOUNTS TYPES</a:t>
            </a:r>
            <a:endParaRPr/>
          </a:p>
        </p:txBody>
      </p:sp>
      <p:grpSp>
        <p:nvGrpSpPr>
          <p:cNvPr id="221" name="Google Shape;221;p32"/>
          <p:cNvGrpSpPr/>
          <p:nvPr/>
        </p:nvGrpSpPr>
        <p:grpSpPr>
          <a:xfrm>
            <a:off x="1690821" y="965753"/>
            <a:ext cx="6092188" cy="3993413"/>
            <a:chOff x="551802" y="1051451"/>
            <a:chExt cx="6092188" cy="4001590"/>
          </a:xfrm>
        </p:grpSpPr>
        <p:sp>
          <p:nvSpPr>
            <p:cNvPr id="222" name="Google Shape;222;p32"/>
            <p:cNvSpPr/>
            <p:nvPr/>
          </p:nvSpPr>
          <p:spPr>
            <a:xfrm>
              <a:off x="551802" y="1051452"/>
              <a:ext cx="1857374" cy="742949"/>
            </a:xfrm>
            <a:custGeom>
              <a:rect b="b" l="l" r="r" t="t"/>
              <a:pathLst>
                <a:path extrusionOk="0" h="742949" w="1857374">
                  <a:moveTo>
                    <a:pt x="0" y="0"/>
                  </a:moveTo>
                  <a:lnTo>
                    <a:pt x="1857374" y="0"/>
                  </a:lnTo>
                  <a:lnTo>
                    <a:pt x="1857374" y="742949"/>
                  </a:lnTo>
                  <a:lnTo>
                    <a:pt x="0" y="742949"/>
                  </a:lnTo>
                  <a:lnTo>
                    <a:pt x="0" y="0"/>
                  </a:lnTo>
                  <a:close/>
                </a:path>
              </a:pathLst>
            </a:custGeom>
            <a:solidFill>
              <a:srgbClr val="0065C0"/>
            </a:solidFill>
            <a:ln cap="flat" cmpd="sng" w="25400">
              <a:solidFill>
                <a:srgbClr val="0065C0"/>
              </a:solidFill>
              <a:prstDash val="solid"/>
              <a:round/>
              <a:headEnd len="sm" w="sm" type="none"/>
              <a:tailEnd len="sm" w="sm" type="none"/>
            </a:ln>
          </p:spPr>
          <p:txBody>
            <a:bodyPr anchorCtr="0" anchor="ctr" bIns="48750" lIns="85325" spcFirstLastPara="1" rIns="85325" wrap="square" tIns="48750">
              <a:noAutofit/>
            </a:bodyPr>
            <a:lstStyle/>
            <a:p>
              <a:pPr indent="0" lvl="0" marL="0" marR="0" rtl="0" algn="ctr">
                <a:lnSpc>
                  <a:spcPct val="90000"/>
                </a:lnSpc>
                <a:spcBef>
                  <a:spcPts val="0"/>
                </a:spcBef>
                <a:spcAft>
                  <a:spcPts val="0"/>
                </a:spcAft>
                <a:buClr>
                  <a:srgbClr val="000000"/>
                </a:buClr>
                <a:buSzPts val="1200"/>
                <a:buFont typeface="Arial"/>
                <a:buNone/>
              </a:pPr>
              <a:r>
                <a:rPr b="0" i="0" lang="en-GB" sz="1200" u="none" cap="none" strike="noStrike">
                  <a:solidFill>
                    <a:schemeClr val="lt1"/>
                  </a:solidFill>
                  <a:latin typeface="Arial"/>
                  <a:ea typeface="Arial"/>
                  <a:cs typeface="Arial"/>
                  <a:sym typeface="Arial"/>
                </a:rPr>
                <a:t>Umma Account ( NGOs, Trusts, Charities, Education sector)</a:t>
              </a:r>
              <a:endParaRPr/>
            </a:p>
          </p:txBody>
        </p:sp>
        <p:sp>
          <p:nvSpPr>
            <p:cNvPr id="223" name="Google Shape;223;p32"/>
            <p:cNvSpPr/>
            <p:nvPr/>
          </p:nvSpPr>
          <p:spPr>
            <a:xfrm>
              <a:off x="551802" y="1794401"/>
              <a:ext cx="1857374" cy="3258640"/>
            </a:xfrm>
            <a:custGeom>
              <a:rect b="b" l="l" r="r" t="t"/>
              <a:pathLst>
                <a:path extrusionOk="0" h="2854800" w="1857374">
                  <a:moveTo>
                    <a:pt x="0" y="0"/>
                  </a:moveTo>
                  <a:lnTo>
                    <a:pt x="1857374" y="0"/>
                  </a:lnTo>
                  <a:lnTo>
                    <a:pt x="1857374" y="2854800"/>
                  </a:lnTo>
                  <a:lnTo>
                    <a:pt x="0" y="2854800"/>
                  </a:lnTo>
                  <a:lnTo>
                    <a:pt x="0" y="0"/>
                  </a:lnTo>
                  <a:close/>
                </a:path>
              </a:pathLst>
            </a:custGeom>
            <a:solidFill>
              <a:srgbClr val="CAD2E8">
                <a:alpha val="89803"/>
              </a:srgbClr>
            </a:solidFill>
            <a:ln cap="flat" cmpd="sng" w="25400">
              <a:solidFill>
                <a:srgbClr val="CAD2E8">
                  <a:alpha val="89803"/>
                </a:srgbClr>
              </a:solidFill>
              <a:prstDash val="solid"/>
              <a:round/>
              <a:headEnd len="sm" w="sm" type="none"/>
              <a:tailEnd len="sm" w="sm" type="none"/>
            </a:ln>
          </p:spPr>
          <p:txBody>
            <a:bodyPr anchorCtr="0" anchor="t" bIns="88000" lIns="58650" spcFirstLastPara="1" rIns="78225" wrap="square" tIns="58650">
              <a:noAutofit/>
            </a:bodyPr>
            <a:lstStyle/>
            <a:p>
              <a:pPr indent="-66675" lvl="1" marL="57150" marR="0" rtl="0" algn="l">
                <a:lnSpc>
                  <a:spcPct val="90000"/>
                </a:lnSpc>
                <a:spcBef>
                  <a:spcPts val="0"/>
                </a:spcBef>
                <a:spcAft>
                  <a:spcPts val="0"/>
                </a:spcAft>
                <a:buClr>
                  <a:srgbClr val="000000"/>
                </a:buClr>
                <a:buSzPts val="1050"/>
                <a:buFont typeface="Arial"/>
                <a:buChar char="•"/>
              </a:pPr>
              <a:r>
                <a:rPr b="0" i="0" lang="en-GB" sz="1050" u="none" cap="none" strike="noStrike">
                  <a:solidFill>
                    <a:schemeClr val="dk1"/>
                  </a:solidFill>
                  <a:latin typeface="Arial"/>
                  <a:ea typeface="Arial"/>
                  <a:cs typeface="Arial"/>
                  <a:sym typeface="Arial"/>
                </a:rPr>
                <a:t>Requirements </a:t>
              </a:r>
              <a:endParaRPr/>
            </a:p>
            <a:p>
              <a:pPr indent="0" lvl="1" marL="0" marR="0" rtl="0" algn="l">
                <a:lnSpc>
                  <a:spcPct val="90000"/>
                </a:lnSpc>
                <a:spcBef>
                  <a:spcPts val="158"/>
                </a:spcBef>
                <a:spcAft>
                  <a:spcPts val="0"/>
                </a:spcAft>
                <a:buNone/>
              </a:pPr>
              <a:r>
                <a:rPr b="0" i="0" lang="en-GB" sz="1050" u="none" cap="none" strike="noStrike">
                  <a:solidFill>
                    <a:schemeClr val="dk1"/>
                  </a:solidFill>
                  <a:latin typeface="Arial"/>
                  <a:ea typeface="Arial"/>
                  <a:cs typeface="Arial"/>
                  <a:sym typeface="Arial"/>
                </a:rPr>
                <a:t>1.Copy of Valid certificate of registration </a:t>
              </a:r>
              <a:endParaRPr/>
            </a:p>
            <a:p>
              <a:pPr indent="0" lvl="1" marL="0" marR="0" rtl="0" algn="l">
                <a:lnSpc>
                  <a:spcPct val="90000"/>
                </a:lnSpc>
                <a:spcBef>
                  <a:spcPts val="158"/>
                </a:spcBef>
                <a:spcAft>
                  <a:spcPts val="0"/>
                </a:spcAft>
                <a:buNone/>
              </a:pPr>
              <a:r>
                <a:rPr b="0" i="0" lang="en-GB" sz="1050" u="none" cap="none" strike="noStrike">
                  <a:solidFill>
                    <a:schemeClr val="dk1"/>
                  </a:solidFill>
                  <a:latin typeface="Arial"/>
                  <a:ea typeface="Arial"/>
                  <a:cs typeface="Arial"/>
                  <a:sym typeface="Arial"/>
                </a:rPr>
                <a:t>2.Notarized memorandum or Article of association/ Constitution.</a:t>
              </a:r>
              <a:endParaRPr/>
            </a:p>
            <a:p>
              <a:pPr indent="0" lvl="1" marL="0" marR="0" rtl="0" algn="l">
                <a:lnSpc>
                  <a:spcPct val="90000"/>
                </a:lnSpc>
                <a:spcBef>
                  <a:spcPts val="158"/>
                </a:spcBef>
                <a:spcAft>
                  <a:spcPts val="0"/>
                </a:spcAft>
                <a:buNone/>
              </a:pPr>
              <a:r>
                <a:rPr b="0" i="0" lang="en-GB" sz="1050" u="none" cap="none" strike="noStrike">
                  <a:solidFill>
                    <a:schemeClr val="dk1"/>
                  </a:solidFill>
                  <a:latin typeface="Arial"/>
                  <a:ea typeface="Arial"/>
                  <a:cs typeface="Arial"/>
                  <a:sym typeface="Arial"/>
                </a:rPr>
                <a:t>3.Copy of Valid Passport / Valid National ID / Birth certificate / Regional Government ID / Valid Driving license for directors and account authorized signatories</a:t>
              </a:r>
              <a:endParaRPr/>
            </a:p>
            <a:p>
              <a:pPr indent="0" lvl="1" marL="0" marR="0" rtl="0" algn="l">
                <a:lnSpc>
                  <a:spcPct val="90000"/>
                </a:lnSpc>
                <a:spcBef>
                  <a:spcPts val="158"/>
                </a:spcBef>
                <a:spcAft>
                  <a:spcPts val="0"/>
                </a:spcAft>
                <a:buNone/>
              </a:pPr>
              <a:r>
                <a:rPr b="0" i="0" lang="en-GB" sz="1050" u="none" cap="none" strike="noStrike">
                  <a:solidFill>
                    <a:schemeClr val="dk1"/>
                  </a:solidFill>
                  <a:latin typeface="Arial"/>
                  <a:ea typeface="Arial"/>
                  <a:cs typeface="Arial"/>
                  <a:sym typeface="Arial"/>
                </a:rPr>
                <a:t>4.Request letter indicating resolution to open account and signing mandates.</a:t>
              </a:r>
              <a:endParaRPr/>
            </a:p>
            <a:p>
              <a:pPr indent="0" lvl="1" marL="0" marR="0" rtl="0" algn="l">
                <a:lnSpc>
                  <a:spcPct val="90000"/>
                </a:lnSpc>
                <a:spcBef>
                  <a:spcPts val="158"/>
                </a:spcBef>
                <a:spcAft>
                  <a:spcPts val="0"/>
                </a:spcAft>
                <a:buNone/>
              </a:pPr>
              <a:r>
                <a:rPr b="0" i="0" lang="en-GB" sz="1050" u="none" cap="none" strike="noStrike">
                  <a:solidFill>
                    <a:schemeClr val="dk1"/>
                  </a:solidFill>
                  <a:latin typeface="Arial"/>
                  <a:ea typeface="Arial"/>
                  <a:cs typeface="Arial"/>
                  <a:sym typeface="Arial"/>
                </a:rPr>
                <a:t>5.Account signatories  Passport size photo </a:t>
              </a:r>
              <a:endParaRPr/>
            </a:p>
            <a:p>
              <a:pPr indent="0" lvl="1" marL="0" marR="0" rtl="0" algn="l">
                <a:lnSpc>
                  <a:spcPct val="90000"/>
                </a:lnSpc>
                <a:spcBef>
                  <a:spcPts val="158"/>
                </a:spcBef>
                <a:spcAft>
                  <a:spcPts val="0"/>
                </a:spcAft>
                <a:buNone/>
              </a:pPr>
              <a:r>
                <a:rPr b="0" i="0" lang="en-GB" sz="1050" u="none" cap="none" strike="noStrike">
                  <a:solidFill>
                    <a:schemeClr val="dk1"/>
                  </a:solidFill>
                  <a:latin typeface="Arial"/>
                  <a:ea typeface="Arial"/>
                  <a:cs typeface="Arial"/>
                  <a:sym typeface="Arial"/>
                </a:rPr>
                <a:t>6.Organization profile</a:t>
              </a:r>
              <a:endParaRPr/>
            </a:p>
            <a:p>
              <a:pPr indent="0" lvl="1" marL="0" marR="0" rtl="0" algn="l">
                <a:lnSpc>
                  <a:spcPct val="90000"/>
                </a:lnSpc>
                <a:spcBef>
                  <a:spcPts val="158"/>
                </a:spcBef>
                <a:spcAft>
                  <a:spcPts val="0"/>
                </a:spcAft>
                <a:buNone/>
              </a:pPr>
              <a:r>
                <a:rPr b="0" i="0" lang="en-GB" sz="1050" u="none" cap="none" strike="noStrike">
                  <a:solidFill>
                    <a:schemeClr val="dk1"/>
                  </a:solidFill>
                  <a:latin typeface="Arial"/>
                  <a:ea typeface="Arial"/>
                  <a:cs typeface="Arial"/>
                  <a:sym typeface="Arial"/>
                </a:rPr>
                <a:t>7.Declaration of source of income</a:t>
              </a:r>
              <a:endParaRPr/>
            </a:p>
          </p:txBody>
        </p:sp>
        <p:sp>
          <p:nvSpPr>
            <p:cNvPr id="224" name="Google Shape;224;p32"/>
            <p:cNvSpPr/>
            <p:nvPr/>
          </p:nvSpPr>
          <p:spPr>
            <a:xfrm>
              <a:off x="2669209" y="1051451"/>
              <a:ext cx="1857374" cy="742949"/>
            </a:xfrm>
            <a:custGeom>
              <a:rect b="b" l="l" r="r" t="t"/>
              <a:pathLst>
                <a:path extrusionOk="0" h="742949" w="1857374">
                  <a:moveTo>
                    <a:pt x="0" y="0"/>
                  </a:moveTo>
                  <a:lnTo>
                    <a:pt x="1857374" y="0"/>
                  </a:lnTo>
                  <a:lnTo>
                    <a:pt x="1857374" y="742949"/>
                  </a:lnTo>
                  <a:lnTo>
                    <a:pt x="0" y="742949"/>
                  </a:lnTo>
                  <a:lnTo>
                    <a:pt x="0" y="0"/>
                  </a:lnTo>
                  <a:close/>
                </a:path>
              </a:pathLst>
            </a:custGeom>
            <a:solidFill>
              <a:srgbClr val="0065C0"/>
            </a:solidFill>
            <a:ln cap="flat" cmpd="sng" w="25400">
              <a:solidFill>
                <a:srgbClr val="0065C0"/>
              </a:solidFill>
              <a:prstDash val="solid"/>
              <a:round/>
              <a:headEnd len="sm" w="sm" type="none"/>
              <a:tailEnd len="sm" w="sm" type="none"/>
            </a:ln>
          </p:spPr>
          <p:txBody>
            <a:bodyPr anchorCtr="0" anchor="ctr" bIns="48750" lIns="85325" spcFirstLastPara="1" rIns="85325" wrap="square" tIns="48750">
              <a:noAutofit/>
            </a:bodyPr>
            <a:lstStyle/>
            <a:p>
              <a:pPr indent="0" lvl="0" marL="0" marR="0" rtl="0" algn="ctr">
                <a:lnSpc>
                  <a:spcPct val="90000"/>
                </a:lnSpc>
                <a:spcBef>
                  <a:spcPts val="0"/>
                </a:spcBef>
                <a:spcAft>
                  <a:spcPts val="0"/>
                </a:spcAft>
                <a:buClr>
                  <a:srgbClr val="000000"/>
                </a:buClr>
                <a:buSzPts val="1200"/>
                <a:buFont typeface="Arial"/>
                <a:buNone/>
              </a:pPr>
              <a:r>
                <a:rPr b="0" i="0" lang="en-GB" sz="1200" u="none" cap="none" strike="noStrike">
                  <a:solidFill>
                    <a:srgbClr val="FFFEFE"/>
                  </a:solidFill>
                  <a:latin typeface="Arial"/>
                  <a:ea typeface="Arial"/>
                  <a:cs typeface="Arial"/>
                  <a:sym typeface="Arial"/>
                </a:rPr>
                <a:t>Business Sole-proprietor Account</a:t>
              </a:r>
              <a:endParaRPr b="0" i="0" sz="1200" u="none" cap="none" strike="noStrike">
                <a:solidFill>
                  <a:srgbClr val="FFFEFE"/>
                </a:solidFill>
                <a:latin typeface="Arial"/>
                <a:ea typeface="Arial"/>
                <a:cs typeface="Arial"/>
                <a:sym typeface="Arial"/>
              </a:endParaRPr>
            </a:p>
          </p:txBody>
        </p:sp>
        <p:sp>
          <p:nvSpPr>
            <p:cNvPr id="225" name="Google Shape;225;p32"/>
            <p:cNvSpPr/>
            <p:nvPr/>
          </p:nvSpPr>
          <p:spPr>
            <a:xfrm>
              <a:off x="2669209" y="1794402"/>
              <a:ext cx="1857374" cy="3258639"/>
            </a:xfrm>
            <a:custGeom>
              <a:rect b="b" l="l" r="r" t="t"/>
              <a:pathLst>
                <a:path extrusionOk="0" h="2854800" w="1857374">
                  <a:moveTo>
                    <a:pt x="0" y="0"/>
                  </a:moveTo>
                  <a:lnTo>
                    <a:pt x="1857374" y="0"/>
                  </a:lnTo>
                  <a:lnTo>
                    <a:pt x="1857374" y="2854800"/>
                  </a:lnTo>
                  <a:lnTo>
                    <a:pt x="0" y="2854800"/>
                  </a:lnTo>
                  <a:lnTo>
                    <a:pt x="0" y="0"/>
                  </a:lnTo>
                  <a:close/>
                </a:path>
              </a:pathLst>
            </a:custGeom>
            <a:solidFill>
              <a:srgbClr val="CAD2E8">
                <a:alpha val="89803"/>
              </a:srgbClr>
            </a:solidFill>
            <a:ln cap="flat" cmpd="sng" w="25400">
              <a:solidFill>
                <a:srgbClr val="CAD2E8">
                  <a:alpha val="89803"/>
                </a:srgbClr>
              </a:solidFill>
              <a:prstDash val="solid"/>
              <a:round/>
              <a:headEnd len="sm" w="sm" type="none"/>
              <a:tailEnd len="sm" w="sm" type="none"/>
            </a:ln>
          </p:spPr>
          <p:txBody>
            <a:bodyPr anchorCtr="0" anchor="t" bIns="88000" lIns="58650" spcFirstLastPara="1" rIns="78225" wrap="square" tIns="58650">
              <a:noAutofit/>
            </a:bodyPr>
            <a:lstStyle/>
            <a:p>
              <a:pPr indent="0" lvl="1" marL="0" marR="0" rtl="0" algn="l">
                <a:lnSpc>
                  <a:spcPct val="90000"/>
                </a:lnSpc>
                <a:spcBef>
                  <a:spcPts val="0"/>
                </a:spcBef>
                <a:spcAft>
                  <a:spcPts val="0"/>
                </a:spcAft>
                <a:buNone/>
              </a:pPr>
              <a:r>
                <a:rPr b="0" i="0" lang="en-GB" sz="1100" u="none" cap="none" strike="noStrike">
                  <a:solidFill>
                    <a:schemeClr val="dk1"/>
                  </a:solidFill>
                  <a:latin typeface="Arial"/>
                  <a:ea typeface="Arial"/>
                  <a:cs typeface="Arial"/>
                  <a:sym typeface="Arial"/>
                </a:rPr>
                <a:t>Requirements </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1.Copy of valid business certificate </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2.Copy of Valid Passport / Valid National ID / Birth certification / Regional Government ID / Valid Driving license for Business owner and account signatory  </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3.Request letter indicating resolution to open account and signing mandates</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4.Account signatories  Passport size photo </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5.Address and contact information</a:t>
              </a:r>
              <a:endParaRPr/>
            </a:p>
          </p:txBody>
        </p:sp>
        <p:sp>
          <p:nvSpPr>
            <p:cNvPr id="226" name="Google Shape;226;p32"/>
            <p:cNvSpPr/>
            <p:nvPr/>
          </p:nvSpPr>
          <p:spPr>
            <a:xfrm>
              <a:off x="4786616" y="1051452"/>
              <a:ext cx="1857374" cy="742949"/>
            </a:xfrm>
            <a:custGeom>
              <a:rect b="b" l="l" r="r" t="t"/>
              <a:pathLst>
                <a:path extrusionOk="0" h="742949" w="1857374">
                  <a:moveTo>
                    <a:pt x="0" y="0"/>
                  </a:moveTo>
                  <a:lnTo>
                    <a:pt x="1857374" y="0"/>
                  </a:lnTo>
                  <a:lnTo>
                    <a:pt x="1857374" y="742949"/>
                  </a:lnTo>
                  <a:lnTo>
                    <a:pt x="0" y="742949"/>
                  </a:lnTo>
                  <a:lnTo>
                    <a:pt x="0" y="0"/>
                  </a:lnTo>
                  <a:close/>
                </a:path>
              </a:pathLst>
            </a:custGeom>
            <a:solidFill>
              <a:srgbClr val="0065C0"/>
            </a:solidFill>
            <a:ln cap="flat" cmpd="sng" w="25400">
              <a:solidFill>
                <a:srgbClr val="0065C0"/>
              </a:solidFill>
              <a:prstDash val="solid"/>
              <a:round/>
              <a:headEnd len="sm" w="sm" type="none"/>
              <a:tailEnd len="sm" w="sm" type="none"/>
            </a:ln>
          </p:spPr>
          <p:txBody>
            <a:bodyPr anchorCtr="0" anchor="ctr" bIns="48750" lIns="85325" spcFirstLastPara="1" rIns="85325" wrap="square" tIns="48750">
              <a:noAutofit/>
            </a:bodyPr>
            <a:lstStyle/>
            <a:p>
              <a:pPr indent="0" lvl="0" marL="0" marR="0" rtl="0" algn="ctr">
                <a:lnSpc>
                  <a:spcPct val="90000"/>
                </a:lnSpc>
                <a:spcBef>
                  <a:spcPts val="0"/>
                </a:spcBef>
                <a:spcAft>
                  <a:spcPts val="0"/>
                </a:spcAft>
                <a:buClr>
                  <a:srgbClr val="000000"/>
                </a:buClr>
                <a:buSzPts val="1200"/>
                <a:buFont typeface="Arial"/>
                <a:buNone/>
              </a:pPr>
              <a:r>
                <a:rPr b="0" i="0" lang="en-GB" sz="1200" u="none" cap="none" strike="noStrike">
                  <a:solidFill>
                    <a:srgbClr val="FFFEFE"/>
                  </a:solidFill>
                  <a:latin typeface="Arial"/>
                  <a:ea typeface="Arial"/>
                  <a:cs typeface="Arial"/>
                  <a:sym typeface="Arial"/>
                </a:rPr>
                <a:t>Corporate Account</a:t>
              </a:r>
              <a:endParaRPr b="0" i="0" sz="1200" u="none" cap="none" strike="noStrike">
                <a:solidFill>
                  <a:srgbClr val="FFFEFE"/>
                </a:solidFill>
                <a:latin typeface="Arial"/>
                <a:ea typeface="Arial"/>
                <a:cs typeface="Arial"/>
                <a:sym typeface="Arial"/>
              </a:endParaRPr>
            </a:p>
          </p:txBody>
        </p:sp>
        <p:sp>
          <p:nvSpPr>
            <p:cNvPr id="227" name="Google Shape;227;p32"/>
            <p:cNvSpPr/>
            <p:nvPr/>
          </p:nvSpPr>
          <p:spPr>
            <a:xfrm>
              <a:off x="4786616" y="1794401"/>
              <a:ext cx="1857374" cy="3258639"/>
            </a:xfrm>
            <a:custGeom>
              <a:rect b="b" l="l" r="r" t="t"/>
              <a:pathLst>
                <a:path extrusionOk="0" h="2854800" w="1857374">
                  <a:moveTo>
                    <a:pt x="0" y="0"/>
                  </a:moveTo>
                  <a:lnTo>
                    <a:pt x="1857374" y="0"/>
                  </a:lnTo>
                  <a:lnTo>
                    <a:pt x="1857374" y="2854800"/>
                  </a:lnTo>
                  <a:lnTo>
                    <a:pt x="0" y="2854800"/>
                  </a:lnTo>
                  <a:lnTo>
                    <a:pt x="0" y="0"/>
                  </a:lnTo>
                  <a:close/>
                </a:path>
              </a:pathLst>
            </a:custGeom>
            <a:solidFill>
              <a:srgbClr val="CAD2E8">
                <a:alpha val="89803"/>
              </a:srgbClr>
            </a:solidFill>
            <a:ln cap="flat" cmpd="sng" w="25400">
              <a:solidFill>
                <a:srgbClr val="CAD2E8">
                  <a:alpha val="89803"/>
                </a:srgbClr>
              </a:solidFill>
              <a:prstDash val="solid"/>
              <a:round/>
              <a:headEnd len="sm" w="sm" type="none"/>
              <a:tailEnd len="sm" w="sm" type="none"/>
            </a:ln>
          </p:spPr>
          <p:txBody>
            <a:bodyPr anchorCtr="0" anchor="t" bIns="88000" lIns="58650" spcFirstLastPara="1" rIns="78225" wrap="square" tIns="58650">
              <a:noAutofit/>
            </a:bodyPr>
            <a:lstStyle/>
            <a:p>
              <a:pPr indent="0" lvl="1" marL="0" marR="0" rtl="0" algn="l">
                <a:lnSpc>
                  <a:spcPct val="90000"/>
                </a:lnSpc>
                <a:spcBef>
                  <a:spcPts val="0"/>
                </a:spcBef>
                <a:spcAft>
                  <a:spcPts val="0"/>
                </a:spcAft>
                <a:buNone/>
              </a:pPr>
              <a:r>
                <a:rPr b="0" i="0" lang="en-GB" sz="1100" u="none" cap="none" strike="noStrike">
                  <a:solidFill>
                    <a:schemeClr val="dk1"/>
                  </a:solidFill>
                  <a:latin typeface="Arial"/>
                  <a:ea typeface="Arial"/>
                  <a:cs typeface="Arial"/>
                  <a:sym typeface="Arial"/>
                </a:rPr>
                <a:t>Requirements </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1.Copy of Valid certificate of registration </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2.Notarized memorandum or Article of association</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3.Copy of Valid Passport / Valid National ID / Birth certificate / Regional Government ID / Valid Driving license for directors and account authorized signatories</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4.Request letter indicating resolution to open account and signing mandates.</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5.Account signatories  Passport size photo </a:t>
              </a:r>
              <a:endParaRPr/>
            </a:p>
            <a:p>
              <a:pPr indent="0" lvl="1" marL="0" marR="0" rtl="0" algn="l">
                <a:lnSpc>
                  <a:spcPct val="90000"/>
                </a:lnSpc>
                <a:spcBef>
                  <a:spcPts val="165"/>
                </a:spcBef>
                <a:spcAft>
                  <a:spcPts val="0"/>
                </a:spcAft>
                <a:buNone/>
              </a:pPr>
              <a:r>
                <a:rPr b="0" i="0" lang="en-GB" sz="1100" u="none" cap="none" strike="noStrike">
                  <a:solidFill>
                    <a:schemeClr val="dk1"/>
                  </a:solidFill>
                  <a:latin typeface="Arial"/>
                  <a:ea typeface="Arial"/>
                  <a:cs typeface="Arial"/>
                  <a:sym typeface="Arial"/>
                </a:rPr>
                <a:t>6.Company profile</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231" name="Shape 231"/>
        <p:cNvGrpSpPr/>
        <p:nvPr/>
      </p:nvGrpSpPr>
      <p:grpSpPr>
        <a:xfrm>
          <a:off x="0" y="0"/>
          <a:ext cx="0" cy="0"/>
          <a:chOff x="0" y="0"/>
          <a:chExt cx="0" cy="0"/>
        </a:xfrm>
      </p:grpSpPr>
      <p:pic>
        <p:nvPicPr>
          <p:cNvPr id="232" name="Google Shape;232;p33"/>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233" name="Google Shape;233;p33"/>
          <p:cNvGrpSpPr/>
          <p:nvPr/>
        </p:nvGrpSpPr>
        <p:grpSpPr>
          <a:xfrm>
            <a:off x="611321" y="663118"/>
            <a:ext cx="8564529" cy="62974"/>
            <a:chOff x="0" y="0"/>
            <a:chExt cx="8564527" cy="62973"/>
          </a:xfrm>
        </p:grpSpPr>
        <p:sp>
          <p:nvSpPr>
            <p:cNvPr id="234" name="Google Shape;234;p33"/>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235" name="Google Shape;235;p33"/>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236" name="Google Shape;236;p33"/>
          <p:cNvSpPr/>
          <p:nvPr/>
        </p:nvSpPr>
        <p:spPr>
          <a:xfrm>
            <a:off x="611321" y="147380"/>
            <a:ext cx="4697120"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CARDS</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237" name="Google Shape;237;p33"/>
          <p:cNvSpPr/>
          <p:nvPr/>
        </p:nvSpPr>
        <p:spPr>
          <a:xfrm>
            <a:off x="611321" y="1012840"/>
            <a:ext cx="8109879" cy="2687915"/>
          </a:xfrm>
          <a:prstGeom prst="rect">
            <a:avLst/>
          </a:prstGeom>
          <a:noFill/>
          <a:ln>
            <a:noFill/>
          </a:ln>
        </p:spPr>
        <p:txBody>
          <a:bodyPr anchorCtr="0" anchor="t" bIns="50800" lIns="50800" spcFirstLastPara="1" rIns="50800" wrap="square" tIns="50800">
            <a:spAutoFit/>
          </a:bodyPr>
          <a:lstStyle/>
          <a:p>
            <a:pPr indent="0" lvl="0" marL="40639" marR="40639" rtl="0" algn="just">
              <a:lnSpc>
                <a:spcPct val="150000"/>
              </a:lnSpc>
              <a:spcBef>
                <a:spcPts val="0"/>
              </a:spcBef>
              <a:spcAft>
                <a:spcPts val="0"/>
              </a:spcAft>
              <a:buClr>
                <a:srgbClr val="1A4276"/>
              </a:buClr>
              <a:buSzPts val="1600"/>
              <a:buFont typeface="Gill Sans"/>
              <a:buNone/>
            </a:pPr>
            <a:r>
              <a:rPr b="0" i="0" lang="en-GB" sz="1600" u="none" cap="none" strike="noStrike">
                <a:solidFill>
                  <a:srgbClr val="1A4276"/>
                </a:solidFill>
                <a:latin typeface="Gill Sans"/>
                <a:ea typeface="Gill Sans"/>
                <a:cs typeface="Gill Sans"/>
                <a:sym typeface="Gill Sans"/>
              </a:rPr>
              <a:t>Premier Mastercard is a secure tool in payment via Internet/POS and cash withdrawal via ATM worldwide.</a:t>
            </a:r>
            <a:endParaRPr/>
          </a:p>
          <a:p>
            <a:pPr indent="0" lvl="0" marL="40639" marR="40639" rtl="0" algn="just">
              <a:lnSpc>
                <a:spcPct val="150000"/>
              </a:lnSpc>
              <a:spcBef>
                <a:spcPts val="0"/>
              </a:spcBef>
              <a:spcAft>
                <a:spcPts val="0"/>
              </a:spcAft>
              <a:buClr>
                <a:srgbClr val="1A4276"/>
              </a:buClr>
              <a:buSzPts val="1600"/>
              <a:buFont typeface="Gill Sans"/>
              <a:buNone/>
            </a:pPr>
            <a:r>
              <a:rPr b="0" i="0" lang="en-GB" sz="1600" u="none" cap="none" strike="noStrike">
                <a:solidFill>
                  <a:srgbClr val="1A4276"/>
                </a:solidFill>
                <a:latin typeface="Gill Sans"/>
                <a:ea typeface="Gill Sans"/>
                <a:cs typeface="Gill Sans"/>
                <a:sym typeface="Gill Sans"/>
              </a:rPr>
              <a:t>Premier Mastercard is a secure card which designed with the high-end layer of security and provides security for customers using their banking services.</a:t>
            </a:r>
            <a:endParaRPr/>
          </a:p>
          <a:p>
            <a:pPr indent="0" lvl="0" marL="40639" marR="40639" rtl="0" algn="just">
              <a:lnSpc>
                <a:spcPct val="150000"/>
              </a:lnSpc>
              <a:spcBef>
                <a:spcPts val="0"/>
              </a:spcBef>
              <a:spcAft>
                <a:spcPts val="0"/>
              </a:spcAft>
              <a:buClr>
                <a:srgbClr val="1A4276"/>
              </a:buClr>
              <a:buSzPts val="1600"/>
              <a:buFont typeface="Gill Sans"/>
              <a:buNone/>
            </a:pPr>
            <a:r>
              <a:rPr b="0" i="0" lang="en-GB" sz="1600" u="none" cap="none" strike="noStrike">
                <a:solidFill>
                  <a:srgbClr val="1A4276"/>
                </a:solidFill>
                <a:latin typeface="Gill Sans"/>
                <a:ea typeface="Gill Sans"/>
                <a:cs typeface="Gill Sans"/>
                <a:sym typeface="Gill Sans"/>
              </a:rPr>
              <a:t>You can conveniently use Premier Mastercard to make withdrawals through any ATM and payments via any POS throughout Somalia and around the world where Mastercard’s logo is displayed.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241" name="Shape 241"/>
        <p:cNvGrpSpPr/>
        <p:nvPr/>
      </p:nvGrpSpPr>
      <p:grpSpPr>
        <a:xfrm>
          <a:off x="0" y="0"/>
          <a:ext cx="0" cy="0"/>
          <a:chOff x="0" y="0"/>
          <a:chExt cx="0" cy="0"/>
        </a:xfrm>
      </p:grpSpPr>
      <p:pic>
        <p:nvPicPr>
          <p:cNvPr id="242" name="Google Shape;242;p34"/>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243" name="Google Shape;243;p34"/>
          <p:cNvGrpSpPr/>
          <p:nvPr/>
        </p:nvGrpSpPr>
        <p:grpSpPr>
          <a:xfrm>
            <a:off x="611321" y="663118"/>
            <a:ext cx="8564529" cy="62974"/>
            <a:chOff x="0" y="0"/>
            <a:chExt cx="8564527" cy="62973"/>
          </a:xfrm>
        </p:grpSpPr>
        <p:sp>
          <p:nvSpPr>
            <p:cNvPr id="244" name="Google Shape;244;p34"/>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245" name="Google Shape;245;p34"/>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246" name="Google Shape;246;p34"/>
          <p:cNvSpPr/>
          <p:nvPr/>
        </p:nvSpPr>
        <p:spPr>
          <a:xfrm>
            <a:off x="611321" y="147380"/>
            <a:ext cx="4697120"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Benefits</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247" name="Google Shape;247;p34"/>
          <p:cNvSpPr/>
          <p:nvPr/>
        </p:nvSpPr>
        <p:spPr>
          <a:xfrm>
            <a:off x="611321" y="830877"/>
            <a:ext cx="8109879" cy="4165243"/>
          </a:xfrm>
          <a:prstGeom prst="rect">
            <a:avLst/>
          </a:prstGeom>
          <a:noFill/>
          <a:ln>
            <a:noFill/>
          </a:ln>
        </p:spPr>
        <p:txBody>
          <a:bodyPr anchorCtr="0" anchor="t" bIns="50800" lIns="50800" spcFirstLastPara="1" rIns="50800" wrap="square" tIns="50800">
            <a:spAutoFit/>
          </a:bodyPr>
          <a:lstStyle/>
          <a:p>
            <a:pPr indent="-285750" lvl="0" marL="326389" marR="40639" rtl="0" algn="just">
              <a:lnSpc>
                <a:spcPct val="150000"/>
              </a:lnSpc>
              <a:spcBef>
                <a:spcPts val="0"/>
              </a:spcBef>
              <a:spcAft>
                <a:spcPts val="0"/>
              </a:spcAft>
              <a:buClr>
                <a:srgbClr val="1A4276"/>
              </a:buClr>
              <a:buSzPts val="1600"/>
              <a:buFont typeface="Arial"/>
              <a:buChar char="•"/>
            </a:pPr>
            <a:r>
              <a:rPr b="0" i="0" lang="en-GB" sz="1600" u="none" cap="none" strike="noStrike">
                <a:solidFill>
                  <a:srgbClr val="1A4276"/>
                </a:solidFill>
                <a:latin typeface="Gill Sans"/>
                <a:ea typeface="Gill Sans"/>
                <a:cs typeface="Gill Sans"/>
                <a:sym typeface="Gill Sans"/>
              </a:rPr>
              <a:t>Making payments via POS terminals at any supermarkets, hotels, companies, etc. in Somalia or abroad where the Mastercard logo is displayed.</a:t>
            </a:r>
            <a:endParaRPr/>
          </a:p>
          <a:p>
            <a:pPr indent="-285750" lvl="0" marL="326389" marR="40639" rtl="0" algn="just">
              <a:lnSpc>
                <a:spcPct val="150000"/>
              </a:lnSpc>
              <a:spcBef>
                <a:spcPts val="0"/>
              </a:spcBef>
              <a:spcAft>
                <a:spcPts val="0"/>
              </a:spcAft>
              <a:buClr>
                <a:srgbClr val="1A4276"/>
              </a:buClr>
              <a:buSzPts val="1600"/>
              <a:buFont typeface="Arial"/>
              <a:buChar char="•"/>
            </a:pPr>
            <a:r>
              <a:rPr b="0" i="0" lang="en-GB" sz="1600" u="none" cap="none" strike="noStrike">
                <a:solidFill>
                  <a:srgbClr val="1A4276"/>
                </a:solidFill>
                <a:latin typeface="Gill Sans"/>
                <a:ea typeface="Gill Sans"/>
                <a:cs typeface="Gill Sans"/>
                <a:sym typeface="Gill Sans"/>
              </a:rPr>
              <a:t>Pay for goods or services conveniently.</a:t>
            </a:r>
            <a:endParaRPr/>
          </a:p>
          <a:p>
            <a:pPr indent="-285750" lvl="0" marL="326389" marR="40639" rtl="0" algn="just">
              <a:lnSpc>
                <a:spcPct val="150000"/>
              </a:lnSpc>
              <a:spcBef>
                <a:spcPts val="0"/>
              </a:spcBef>
              <a:spcAft>
                <a:spcPts val="0"/>
              </a:spcAft>
              <a:buClr>
                <a:srgbClr val="1A4276"/>
              </a:buClr>
              <a:buSzPts val="1600"/>
              <a:buFont typeface="Arial"/>
              <a:buChar char="•"/>
            </a:pPr>
            <a:r>
              <a:rPr b="0" i="0" lang="en-GB" sz="1600" u="none" cap="none" strike="noStrike">
                <a:solidFill>
                  <a:srgbClr val="1A4276"/>
                </a:solidFill>
                <a:latin typeface="Gill Sans"/>
                <a:ea typeface="Gill Sans"/>
                <a:cs typeface="Gill Sans"/>
                <a:sym typeface="Gill Sans"/>
              </a:rPr>
              <a:t>Making withdrawals quickly via all ATMs where the Mastercard logo is displayed throughout Somalia and around the world anytime.</a:t>
            </a:r>
            <a:endParaRPr/>
          </a:p>
          <a:p>
            <a:pPr indent="-285750" lvl="0" marL="326389" marR="40639" rtl="0" algn="just">
              <a:lnSpc>
                <a:spcPct val="150000"/>
              </a:lnSpc>
              <a:spcBef>
                <a:spcPts val="0"/>
              </a:spcBef>
              <a:spcAft>
                <a:spcPts val="0"/>
              </a:spcAft>
              <a:buClr>
                <a:srgbClr val="1A4276"/>
              </a:buClr>
              <a:buSzPts val="1600"/>
              <a:buFont typeface="Arial"/>
              <a:buChar char="•"/>
            </a:pPr>
            <a:r>
              <a:rPr b="0" i="0" lang="en-GB" sz="1600" u="none" cap="none" strike="noStrike">
                <a:solidFill>
                  <a:srgbClr val="1A4276"/>
                </a:solidFill>
                <a:latin typeface="Gill Sans"/>
                <a:ea typeface="Gill Sans"/>
                <a:cs typeface="Gill Sans"/>
                <a:sym typeface="Gill Sans"/>
              </a:rPr>
              <a:t>Conveniently pay for goods or services, booking air tickets or hotel rooms, etc., over the internet.</a:t>
            </a:r>
            <a:endParaRPr/>
          </a:p>
          <a:p>
            <a:pPr indent="-285750" lvl="0" marL="326389" marR="40639" rtl="0" algn="just">
              <a:lnSpc>
                <a:spcPct val="150000"/>
              </a:lnSpc>
              <a:spcBef>
                <a:spcPts val="0"/>
              </a:spcBef>
              <a:spcAft>
                <a:spcPts val="0"/>
              </a:spcAft>
              <a:buClr>
                <a:srgbClr val="1A4276"/>
              </a:buClr>
              <a:buSzPts val="1600"/>
              <a:buFont typeface="Arial"/>
              <a:buChar char="•"/>
            </a:pPr>
            <a:r>
              <a:rPr b="0" i="0" lang="en-GB" sz="1600" u="none" cap="none" strike="noStrike">
                <a:solidFill>
                  <a:srgbClr val="1A4276"/>
                </a:solidFill>
                <a:latin typeface="Gill Sans"/>
                <a:ea typeface="Gill Sans"/>
                <a:cs typeface="Gill Sans"/>
                <a:sym typeface="Gill Sans"/>
              </a:rPr>
              <a:t>Safety and convenience by not having to carry money.</a:t>
            </a:r>
            <a:endParaRPr/>
          </a:p>
          <a:p>
            <a:pPr indent="-285750" lvl="0" marL="326389" marR="40639" rtl="0" algn="just">
              <a:lnSpc>
                <a:spcPct val="150000"/>
              </a:lnSpc>
              <a:spcBef>
                <a:spcPts val="0"/>
              </a:spcBef>
              <a:spcAft>
                <a:spcPts val="0"/>
              </a:spcAft>
              <a:buClr>
                <a:srgbClr val="1A4276"/>
              </a:buClr>
              <a:buSzPts val="1600"/>
              <a:buFont typeface="Arial"/>
              <a:buChar char="•"/>
            </a:pPr>
            <a:r>
              <a:rPr b="0" i="0" lang="en-GB" sz="1600" u="none" cap="none" strike="noStrike">
                <a:solidFill>
                  <a:srgbClr val="1A4276"/>
                </a:solidFill>
                <a:latin typeface="Gill Sans"/>
                <a:ea typeface="Gill Sans"/>
                <a:cs typeface="Gill Sans"/>
                <a:sym typeface="Gill Sans"/>
              </a:rPr>
              <a:t>Possibility of operating transactions anywhere worldwide with valuable consumer protections under the law.</a:t>
            </a:r>
            <a:endParaRPr/>
          </a:p>
          <a:p>
            <a:pPr indent="-285750" lvl="0" marL="326389" marR="40639" rtl="0" algn="just">
              <a:lnSpc>
                <a:spcPct val="150000"/>
              </a:lnSpc>
              <a:spcBef>
                <a:spcPts val="0"/>
              </a:spcBef>
              <a:spcAft>
                <a:spcPts val="0"/>
              </a:spcAft>
              <a:buClr>
                <a:srgbClr val="1A4276"/>
              </a:buClr>
              <a:buSzPts val="1600"/>
              <a:buFont typeface="Arial"/>
              <a:buChar char="•"/>
            </a:pPr>
            <a:r>
              <a:rPr b="0" i="0" lang="en-GB" sz="1600" u="none" cap="none" strike="noStrike">
                <a:solidFill>
                  <a:srgbClr val="1A4276"/>
                </a:solidFill>
                <a:latin typeface="Gill Sans"/>
                <a:ea typeface="Gill Sans"/>
                <a:cs typeface="Gill Sans"/>
                <a:sym typeface="Gill Sans"/>
              </a:rPr>
              <a:t>Efficiency time and safety for cash management and settlements.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251" name="Shape 251"/>
        <p:cNvGrpSpPr/>
        <p:nvPr/>
      </p:nvGrpSpPr>
      <p:grpSpPr>
        <a:xfrm>
          <a:off x="0" y="0"/>
          <a:ext cx="0" cy="0"/>
          <a:chOff x="0" y="0"/>
          <a:chExt cx="0" cy="0"/>
        </a:xfrm>
      </p:grpSpPr>
      <p:pic>
        <p:nvPicPr>
          <p:cNvPr id="252" name="Google Shape;252;p35"/>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253" name="Google Shape;253;p35"/>
          <p:cNvGrpSpPr/>
          <p:nvPr/>
        </p:nvGrpSpPr>
        <p:grpSpPr>
          <a:xfrm>
            <a:off x="611321" y="663118"/>
            <a:ext cx="8564529" cy="62974"/>
            <a:chOff x="0" y="0"/>
            <a:chExt cx="8564527" cy="62973"/>
          </a:xfrm>
        </p:grpSpPr>
        <p:sp>
          <p:nvSpPr>
            <p:cNvPr id="254" name="Google Shape;254;p35"/>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255" name="Google Shape;255;p35"/>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256" name="Google Shape;256;p35"/>
          <p:cNvSpPr/>
          <p:nvPr/>
        </p:nvSpPr>
        <p:spPr>
          <a:xfrm>
            <a:off x="611321" y="147380"/>
            <a:ext cx="4697120"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CARD TYPES</a:t>
            </a:r>
            <a:endParaRPr b="1" i="0" sz="2400" u="none" cap="none" strike="noStrike">
              <a:solidFill>
                <a:srgbClr val="1C4175"/>
              </a:solidFill>
              <a:latin typeface="Avenir"/>
              <a:ea typeface="Avenir"/>
              <a:cs typeface="Avenir"/>
              <a:sym typeface="Aveni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257" name="Google Shape;257;p35"/>
          <p:cNvSpPr/>
          <p:nvPr/>
        </p:nvSpPr>
        <p:spPr>
          <a:xfrm>
            <a:off x="611321" y="2185602"/>
            <a:ext cx="8109879" cy="2318583"/>
          </a:xfrm>
          <a:prstGeom prst="rect">
            <a:avLst/>
          </a:prstGeom>
          <a:noFill/>
          <a:ln>
            <a:noFill/>
          </a:ln>
        </p:spPr>
        <p:txBody>
          <a:bodyPr anchorCtr="0" anchor="t" bIns="50800" lIns="50800" spcFirstLastPara="1" rIns="50800" wrap="square" tIns="50800">
            <a:spAutoFit/>
          </a:bodyPr>
          <a:lstStyle/>
          <a:p>
            <a:pPr indent="0" lvl="0" marL="40639" marR="40639" rtl="0" algn="just">
              <a:lnSpc>
                <a:spcPct val="150000"/>
              </a:lnSpc>
              <a:spcBef>
                <a:spcPts val="0"/>
              </a:spcBef>
              <a:spcAft>
                <a:spcPts val="0"/>
              </a:spcAft>
              <a:buNone/>
            </a:pPr>
            <a:r>
              <a:rPr b="0" i="0" lang="en-GB" sz="1600" u="none" cap="none" strike="noStrike">
                <a:solidFill>
                  <a:srgbClr val="1A4276"/>
                </a:solidFill>
                <a:latin typeface="Trebuchet MS"/>
                <a:ea typeface="Trebuchet MS"/>
                <a:cs typeface="Trebuchet MS"/>
                <a:sym typeface="Trebuchet MS"/>
              </a:rPr>
              <a:t>Premier Corporate Card is suitable for medium-sized and large companies with more complex expenses structures and higher demands in terms of reporting.</a:t>
            </a:r>
            <a:endParaRPr/>
          </a:p>
          <a:p>
            <a:pPr indent="0" lvl="0" marL="40639" marR="40639" rtl="0" algn="just">
              <a:lnSpc>
                <a:spcPct val="150000"/>
              </a:lnSpc>
              <a:spcBef>
                <a:spcPts val="0"/>
              </a:spcBef>
              <a:spcAft>
                <a:spcPts val="0"/>
              </a:spcAft>
              <a:buNone/>
            </a:pPr>
            <a:r>
              <a:t/>
            </a:r>
            <a:endParaRPr b="0" i="0" sz="1600" u="none" cap="none" strike="noStrike">
              <a:solidFill>
                <a:srgbClr val="1A4276"/>
              </a:solidFill>
              <a:latin typeface="Trebuchet MS"/>
              <a:ea typeface="Trebuchet MS"/>
              <a:cs typeface="Trebuchet MS"/>
              <a:sym typeface="Trebuchet MS"/>
            </a:endParaRPr>
          </a:p>
          <a:p>
            <a:pPr indent="0" lvl="0" marL="40639" marR="40639" rtl="0" algn="just">
              <a:lnSpc>
                <a:spcPct val="150000"/>
              </a:lnSpc>
              <a:spcBef>
                <a:spcPts val="0"/>
              </a:spcBef>
              <a:spcAft>
                <a:spcPts val="0"/>
              </a:spcAft>
              <a:buNone/>
            </a:pPr>
            <a:r>
              <a:rPr b="0" i="0" lang="en-GB" sz="1600" u="none" cap="none" strike="noStrike">
                <a:solidFill>
                  <a:srgbClr val="1A4276"/>
                </a:solidFill>
                <a:latin typeface="Trebuchet MS"/>
                <a:ea typeface="Trebuchet MS"/>
                <a:cs typeface="Trebuchet MS"/>
                <a:sym typeface="Trebuchet MS"/>
              </a:rPr>
              <a:t>Corporate cards are a modern and secure means of payment. There are plenty of reasons to pay for your daily business expenditure using a corporate card</a:t>
            </a:r>
            <a:endParaRPr b="0" i="0" sz="1600" u="none" cap="none" strike="noStrike">
              <a:solidFill>
                <a:srgbClr val="1A4276"/>
              </a:solidFill>
              <a:latin typeface="Trebuchet MS"/>
              <a:ea typeface="Trebuchet MS"/>
              <a:cs typeface="Trebuchet MS"/>
              <a:sym typeface="Trebuchet MS"/>
            </a:endParaRPr>
          </a:p>
          <a:p>
            <a:pPr indent="0" lvl="0" marL="40639" marR="40639" rtl="0" algn="ctr">
              <a:lnSpc>
                <a:spcPct val="150000"/>
              </a:lnSpc>
              <a:spcBef>
                <a:spcPts val="0"/>
              </a:spcBef>
              <a:spcAft>
                <a:spcPts val="0"/>
              </a:spcAft>
              <a:buNone/>
            </a:pPr>
            <a:r>
              <a:rPr b="1" i="0" lang="en-GB" sz="1600" u="none" cap="none" strike="noStrike">
                <a:solidFill>
                  <a:srgbClr val="92D050"/>
                </a:solidFill>
                <a:latin typeface="Sigmar One"/>
                <a:ea typeface="Sigmar One"/>
                <a:cs typeface="Sigmar One"/>
                <a:sym typeface="Sigmar One"/>
              </a:rPr>
              <a:t>The Corporate card limit is $3000</a:t>
            </a:r>
            <a:endParaRPr b="1" i="0" sz="1600" u="none" cap="none" strike="noStrike">
              <a:solidFill>
                <a:srgbClr val="92D050"/>
              </a:solidFill>
              <a:latin typeface="Sigmar One"/>
              <a:ea typeface="Sigmar One"/>
              <a:cs typeface="Sigmar One"/>
              <a:sym typeface="Sigmar One"/>
            </a:endParaRPr>
          </a:p>
        </p:txBody>
      </p:sp>
      <p:sp>
        <p:nvSpPr>
          <p:cNvPr id="258" name="Google Shape;258;p35"/>
          <p:cNvSpPr/>
          <p:nvPr/>
        </p:nvSpPr>
        <p:spPr>
          <a:xfrm>
            <a:off x="611321" y="1142017"/>
            <a:ext cx="4697120"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Corporate Mastercard</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pic>
        <p:nvPicPr>
          <p:cNvPr id="259" name="Google Shape;259;p35"/>
          <p:cNvPicPr preferRelativeResize="0"/>
          <p:nvPr/>
        </p:nvPicPr>
        <p:blipFill rotWithShape="1">
          <a:blip r:embed="rId4">
            <a:alphaModFix/>
          </a:blip>
          <a:srcRect b="0" l="0" r="0" t="0"/>
          <a:stretch/>
        </p:blipFill>
        <p:spPr>
          <a:xfrm>
            <a:off x="5566093" y="821202"/>
            <a:ext cx="2076450" cy="1335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263" name="Shape 263"/>
        <p:cNvGrpSpPr/>
        <p:nvPr/>
      </p:nvGrpSpPr>
      <p:grpSpPr>
        <a:xfrm>
          <a:off x="0" y="0"/>
          <a:ext cx="0" cy="0"/>
          <a:chOff x="0" y="0"/>
          <a:chExt cx="0" cy="0"/>
        </a:xfrm>
      </p:grpSpPr>
      <p:pic>
        <p:nvPicPr>
          <p:cNvPr id="264" name="Google Shape;264;p36"/>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265" name="Google Shape;265;p36"/>
          <p:cNvGrpSpPr/>
          <p:nvPr/>
        </p:nvGrpSpPr>
        <p:grpSpPr>
          <a:xfrm>
            <a:off x="611321" y="663118"/>
            <a:ext cx="8564529" cy="62974"/>
            <a:chOff x="0" y="0"/>
            <a:chExt cx="8564527" cy="62973"/>
          </a:xfrm>
        </p:grpSpPr>
        <p:sp>
          <p:nvSpPr>
            <p:cNvPr id="266" name="Google Shape;266;p36"/>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267" name="Google Shape;267;p36"/>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268" name="Google Shape;268;p36"/>
          <p:cNvSpPr/>
          <p:nvPr/>
        </p:nvSpPr>
        <p:spPr>
          <a:xfrm>
            <a:off x="611321" y="147380"/>
            <a:ext cx="4697120"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CARD TYPES</a:t>
            </a:r>
            <a:endParaRPr b="1" i="0" sz="2400" u="none" cap="none" strike="noStrike">
              <a:solidFill>
                <a:srgbClr val="1C4175"/>
              </a:solidFill>
              <a:latin typeface="Avenir"/>
              <a:ea typeface="Avenir"/>
              <a:cs typeface="Avenir"/>
              <a:sym typeface="Aveni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269" name="Google Shape;269;p36"/>
          <p:cNvSpPr/>
          <p:nvPr/>
        </p:nvSpPr>
        <p:spPr>
          <a:xfrm>
            <a:off x="458921" y="2161519"/>
            <a:ext cx="8562184" cy="2687915"/>
          </a:xfrm>
          <a:prstGeom prst="rect">
            <a:avLst/>
          </a:prstGeom>
          <a:noFill/>
          <a:ln>
            <a:noFill/>
          </a:ln>
        </p:spPr>
        <p:txBody>
          <a:bodyPr anchorCtr="0" anchor="t" bIns="50800" lIns="50800" spcFirstLastPara="1" rIns="50800" wrap="square" tIns="50800">
            <a:spAutoFit/>
          </a:bodyPr>
          <a:lstStyle/>
          <a:p>
            <a:pPr indent="0" lvl="0" marL="40639" marR="40639" rtl="0" algn="just">
              <a:lnSpc>
                <a:spcPct val="150000"/>
              </a:lnSpc>
              <a:spcBef>
                <a:spcPts val="0"/>
              </a:spcBef>
              <a:spcAft>
                <a:spcPts val="0"/>
              </a:spcAft>
              <a:buNone/>
            </a:pPr>
            <a:r>
              <a:rPr b="0" i="0" lang="en-GB" sz="1600" u="none" cap="none" strike="noStrike">
                <a:solidFill>
                  <a:srgbClr val="1A4276"/>
                </a:solidFill>
                <a:latin typeface="Trebuchet MS"/>
                <a:ea typeface="Trebuchet MS"/>
                <a:cs typeface="Trebuchet MS"/>
                <a:sym typeface="Trebuchet MS"/>
              </a:rPr>
              <a:t>Premier Bank World Elite Mastercard credit card is the gateway to a world of unique experiences and services. It is truly a card that enables you to get what you want, when you want, at home, or when traveling.</a:t>
            </a:r>
            <a:endParaRPr/>
          </a:p>
          <a:p>
            <a:pPr indent="0" lvl="0" marL="40639" marR="40639" rtl="0" algn="just">
              <a:lnSpc>
                <a:spcPct val="150000"/>
              </a:lnSpc>
              <a:spcBef>
                <a:spcPts val="0"/>
              </a:spcBef>
              <a:spcAft>
                <a:spcPts val="0"/>
              </a:spcAft>
              <a:buNone/>
            </a:pPr>
            <a:r>
              <a:rPr b="0" i="0" lang="en-GB" sz="1600" u="none" cap="none" strike="noStrike">
                <a:solidFill>
                  <a:srgbClr val="1A4276"/>
                </a:solidFill>
                <a:latin typeface="Trebuchet MS"/>
                <a:ea typeface="Trebuchet MS"/>
                <a:cs typeface="Trebuchet MS"/>
                <a:sym typeface="Trebuchet MS"/>
              </a:rPr>
              <a:t>Exclusive privileges are availed with the premier World Elite Mastercard. From loyalty program upgrades and global lounge access to exclusive privileges at luxury accommodations and VIP shopping experiences.</a:t>
            </a:r>
            <a:endParaRPr/>
          </a:p>
          <a:p>
            <a:pPr indent="0" lvl="0" marL="40639" marR="40639" rtl="0" algn="ctr">
              <a:lnSpc>
                <a:spcPct val="150000"/>
              </a:lnSpc>
              <a:spcBef>
                <a:spcPts val="0"/>
              </a:spcBef>
              <a:spcAft>
                <a:spcPts val="0"/>
              </a:spcAft>
              <a:buNone/>
            </a:pPr>
            <a:r>
              <a:rPr b="1" i="0" lang="en-GB" sz="1600" u="none" cap="none" strike="noStrike">
                <a:solidFill>
                  <a:srgbClr val="92D050"/>
                </a:solidFill>
                <a:latin typeface="Sigmar One"/>
                <a:ea typeface="Sigmar One"/>
                <a:cs typeface="Sigmar One"/>
                <a:sym typeface="Sigmar One"/>
              </a:rPr>
              <a:t>The World Elite card limit is $5000</a:t>
            </a:r>
            <a:endParaRPr b="1" i="0" sz="1600" u="none" cap="none" strike="noStrike">
              <a:solidFill>
                <a:srgbClr val="92D050"/>
              </a:solidFill>
              <a:latin typeface="Sigmar One"/>
              <a:ea typeface="Sigmar One"/>
              <a:cs typeface="Sigmar One"/>
              <a:sym typeface="Sigmar One"/>
            </a:endParaRPr>
          </a:p>
        </p:txBody>
      </p:sp>
      <p:sp>
        <p:nvSpPr>
          <p:cNvPr id="270" name="Google Shape;270;p36"/>
          <p:cNvSpPr/>
          <p:nvPr/>
        </p:nvSpPr>
        <p:spPr>
          <a:xfrm>
            <a:off x="611321" y="1142017"/>
            <a:ext cx="4697120"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World Elite Mastercard</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pic>
        <p:nvPicPr>
          <p:cNvPr id="271" name="Google Shape;271;p36"/>
          <p:cNvPicPr preferRelativeResize="0"/>
          <p:nvPr/>
        </p:nvPicPr>
        <p:blipFill rotWithShape="1">
          <a:blip r:embed="rId4">
            <a:alphaModFix/>
          </a:blip>
          <a:srcRect b="0" l="0" r="0" t="0"/>
          <a:stretch/>
        </p:blipFill>
        <p:spPr>
          <a:xfrm>
            <a:off x="5308441" y="749809"/>
            <a:ext cx="2235230" cy="128253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275" name="Shape 275"/>
        <p:cNvGrpSpPr/>
        <p:nvPr/>
      </p:nvGrpSpPr>
      <p:grpSpPr>
        <a:xfrm>
          <a:off x="0" y="0"/>
          <a:ext cx="0" cy="0"/>
          <a:chOff x="0" y="0"/>
          <a:chExt cx="0" cy="0"/>
        </a:xfrm>
      </p:grpSpPr>
      <p:pic>
        <p:nvPicPr>
          <p:cNvPr id="276" name="Google Shape;276;p37"/>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277" name="Google Shape;277;p37"/>
          <p:cNvGrpSpPr/>
          <p:nvPr/>
        </p:nvGrpSpPr>
        <p:grpSpPr>
          <a:xfrm>
            <a:off x="611321" y="663118"/>
            <a:ext cx="8564529" cy="62974"/>
            <a:chOff x="0" y="0"/>
            <a:chExt cx="8564527" cy="62973"/>
          </a:xfrm>
        </p:grpSpPr>
        <p:sp>
          <p:nvSpPr>
            <p:cNvPr id="278" name="Google Shape;278;p37"/>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279" name="Google Shape;279;p37"/>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280" name="Google Shape;280;p37"/>
          <p:cNvSpPr/>
          <p:nvPr/>
        </p:nvSpPr>
        <p:spPr>
          <a:xfrm>
            <a:off x="611321" y="147380"/>
            <a:ext cx="4697120"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CARD TYPES</a:t>
            </a:r>
            <a:endParaRPr b="1" i="0" sz="2400" u="none" cap="none" strike="noStrike">
              <a:solidFill>
                <a:srgbClr val="1C4175"/>
              </a:solidFill>
              <a:latin typeface="Avenir"/>
              <a:ea typeface="Avenir"/>
              <a:cs typeface="Avenir"/>
              <a:sym typeface="Aveni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281" name="Google Shape;281;p37"/>
          <p:cNvSpPr/>
          <p:nvPr/>
        </p:nvSpPr>
        <p:spPr>
          <a:xfrm>
            <a:off x="611321" y="2282484"/>
            <a:ext cx="8109879" cy="2318583"/>
          </a:xfrm>
          <a:prstGeom prst="rect">
            <a:avLst/>
          </a:prstGeom>
          <a:noFill/>
          <a:ln>
            <a:noFill/>
          </a:ln>
        </p:spPr>
        <p:txBody>
          <a:bodyPr anchorCtr="0" anchor="t" bIns="50800" lIns="50800" spcFirstLastPara="1" rIns="50800" wrap="square" tIns="50800">
            <a:spAutoFit/>
          </a:bodyPr>
          <a:lstStyle/>
          <a:p>
            <a:pPr indent="0" lvl="0" marL="40639" marR="40639" rtl="0" algn="just">
              <a:lnSpc>
                <a:spcPct val="150000"/>
              </a:lnSpc>
              <a:spcBef>
                <a:spcPts val="0"/>
              </a:spcBef>
              <a:spcAft>
                <a:spcPts val="0"/>
              </a:spcAft>
              <a:buNone/>
            </a:pPr>
            <a:r>
              <a:rPr b="0" i="0" lang="en-GB" sz="1600" u="none" cap="none" strike="noStrike">
                <a:solidFill>
                  <a:srgbClr val="1A4276"/>
                </a:solidFill>
                <a:latin typeface="Trebuchet MS"/>
                <a:ea typeface="Trebuchet MS"/>
                <a:cs typeface="Trebuchet MS"/>
                <a:sym typeface="Trebuchet MS"/>
              </a:rPr>
              <a:t>Platinum Mastercard is a secure tool in payment via Internet/POS and cash withdrawal via ATM worldwide.</a:t>
            </a:r>
            <a:endParaRPr/>
          </a:p>
          <a:p>
            <a:pPr indent="0" lvl="0" marL="40639" marR="40639" rtl="0" algn="just">
              <a:lnSpc>
                <a:spcPct val="150000"/>
              </a:lnSpc>
              <a:spcBef>
                <a:spcPts val="0"/>
              </a:spcBef>
              <a:spcAft>
                <a:spcPts val="0"/>
              </a:spcAft>
              <a:buNone/>
            </a:pPr>
            <a:r>
              <a:rPr b="0" i="0" lang="en-GB" sz="1600" u="none" cap="none" strike="noStrike">
                <a:solidFill>
                  <a:srgbClr val="1A4276"/>
                </a:solidFill>
                <a:latin typeface="Trebuchet MS"/>
                <a:ea typeface="Trebuchet MS"/>
                <a:cs typeface="Trebuchet MS"/>
                <a:sym typeface="Trebuchet MS"/>
              </a:rPr>
              <a:t>You can conveniently use Premier Mastercard to make withdrawals through any ATM and payments via any POS throughout Somalia and around the world where the Mastercard’s logo is displayed.</a:t>
            </a:r>
            <a:endParaRPr/>
          </a:p>
          <a:p>
            <a:pPr indent="0" lvl="0" marL="40639" marR="40639" rtl="0" algn="ctr">
              <a:lnSpc>
                <a:spcPct val="150000"/>
              </a:lnSpc>
              <a:spcBef>
                <a:spcPts val="0"/>
              </a:spcBef>
              <a:spcAft>
                <a:spcPts val="0"/>
              </a:spcAft>
              <a:buNone/>
            </a:pPr>
            <a:r>
              <a:rPr b="1" i="0" lang="en-GB" sz="1600" u="none" cap="none" strike="noStrike">
                <a:solidFill>
                  <a:srgbClr val="92D050"/>
                </a:solidFill>
                <a:latin typeface="Sigmar One"/>
                <a:ea typeface="Sigmar One"/>
                <a:cs typeface="Sigmar One"/>
                <a:sym typeface="Sigmar One"/>
              </a:rPr>
              <a:t>The Platinum card limit is $2000</a:t>
            </a:r>
            <a:endParaRPr b="1" i="0" sz="1600" u="none" cap="none" strike="noStrike">
              <a:solidFill>
                <a:srgbClr val="92D050"/>
              </a:solidFill>
              <a:latin typeface="Sigmar One"/>
              <a:ea typeface="Sigmar One"/>
              <a:cs typeface="Sigmar One"/>
              <a:sym typeface="Sigmar One"/>
            </a:endParaRPr>
          </a:p>
        </p:txBody>
      </p:sp>
      <p:sp>
        <p:nvSpPr>
          <p:cNvPr id="282" name="Google Shape;282;p37"/>
          <p:cNvSpPr/>
          <p:nvPr/>
        </p:nvSpPr>
        <p:spPr>
          <a:xfrm>
            <a:off x="611321" y="1142017"/>
            <a:ext cx="4697120"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Platinum Mastercard</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pic>
        <p:nvPicPr>
          <p:cNvPr id="283" name="Google Shape;283;p37"/>
          <p:cNvPicPr preferRelativeResize="0"/>
          <p:nvPr/>
        </p:nvPicPr>
        <p:blipFill rotWithShape="1">
          <a:blip r:embed="rId4">
            <a:alphaModFix/>
          </a:blip>
          <a:srcRect b="0" l="0" r="0" t="0"/>
          <a:stretch/>
        </p:blipFill>
        <p:spPr>
          <a:xfrm>
            <a:off x="5886450" y="794968"/>
            <a:ext cx="2095500" cy="133413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287" name="Shape 287"/>
        <p:cNvGrpSpPr/>
        <p:nvPr/>
      </p:nvGrpSpPr>
      <p:grpSpPr>
        <a:xfrm>
          <a:off x="0" y="0"/>
          <a:ext cx="0" cy="0"/>
          <a:chOff x="0" y="0"/>
          <a:chExt cx="0" cy="0"/>
        </a:xfrm>
      </p:grpSpPr>
      <p:pic>
        <p:nvPicPr>
          <p:cNvPr id="288" name="Google Shape;288;p38"/>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289" name="Google Shape;289;p38"/>
          <p:cNvGrpSpPr/>
          <p:nvPr/>
        </p:nvGrpSpPr>
        <p:grpSpPr>
          <a:xfrm>
            <a:off x="611321" y="663118"/>
            <a:ext cx="8564529" cy="62974"/>
            <a:chOff x="0" y="0"/>
            <a:chExt cx="8564527" cy="62973"/>
          </a:xfrm>
        </p:grpSpPr>
        <p:sp>
          <p:nvSpPr>
            <p:cNvPr id="290" name="Google Shape;290;p38"/>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291" name="Google Shape;291;p38"/>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292" name="Google Shape;292;p38"/>
          <p:cNvSpPr/>
          <p:nvPr/>
        </p:nvSpPr>
        <p:spPr>
          <a:xfrm>
            <a:off x="611321" y="147380"/>
            <a:ext cx="4697120"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CARD TYPES</a:t>
            </a:r>
            <a:endParaRPr b="1" i="0" sz="2400" u="none" cap="none" strike="noStrike">
              <a:solidFill>
                <a:srgbClr val="1C4175"/>
              </a:solidFill>
              <a:latin typeface="Avenir"/>
              <a:ea typeface="Avenir"/>
              <a:cs typeface="Avenir"/>
              <a:sym typeface="Aveni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293" name="Google Shape;293;p38"/>
          <p:cNvSpPr/>
          <p:nvPr/>
        </p:nvSpPr>
        <p:spPr>
          <a:xfrm>
            <a:off x="358591" y="2197447"/>
            <a:ext cx="8109879" cy="2687915"/>
          </a:xfrm>
          <a:prstGeom prst="rect">
            <a:avLst/>
          </a:prstGeom>
          <a:noFill/>
          <a:ln>
            <a:noFill/>
          </a:ln>
        </p:spPr>
        <p:txBody>
          <a:bodyPr anchorCtr="0" anchor="t" bIns="50800" lIns="50800" spcFirstLastPara="1" rIns="50800" wrap="square" tIns="50800">
            <a:spAutoFit/>
          </a:bodyPr>
          <a:lstStyle/>
          <a:p>
            <a:pPr indent="0" lvl="0" marL="40639" marR="40639" rtl="0" algn="just">
              <a:lnSpc>
                <a:spcPct val="150000"/>
              </a:lnSpc>
              <a:spcBef>
                <a:spcPts val="0"/>
              </a:spcBef>
              <a:spcAft>
                <a:spcPts val="0"/>
              </a:spcAft>
              <a:buNone/>
            </a:pPr>
            <a:r>
              <a:rPr b="0" i="0" lang="en-GB" sz="1600" u="none" cap="none" strike="noStrike">
                <a:solidFill>
                  <a:srgbClr val="1A4276"/>
                </a:solidFill>
                <a:latin typeface="Trebuchet MS"/>
                <a:ea typeface="Trebuchet MS"/>
                <a:cs typeface="Trebuchet MS"/>
                <a:sym typeface="Trebuchet MS"/>
              </a:rPr>
              <a:t>Classic Mastercard is a secure tool in payment via Internet/POS and cash withdrawal via ATM worldwide.</a:t>
            </a:r>
            <a:endParaRPr/>
          </a:p>
          <a:p>
            <a:pPr indent="0" lvl="0" marL="40639" marR="40639" rtl="0" algn="just">
              <a:lnSpc>
                <a:spcPct val="150000"/>
              </a:lnSpc>
              <a:spcBef>
                <a:spcPts val="0"/>
              </a:spcBef>
              <a:spcAft>
                <a:spcPts val="0"/>
              </a:spcAft>
              <a:buNone/>
            </a:pPr>
            <a:r>
              <a:rPr b="0" i="0" lang="en-GB" sz="1600" u="none" cap="none" strike="noStrike">
                <a:solidFill>
                  <a:srgbClr val="1A4276"/>
                </a:solidFill>
                <a:latin typeface="Trebuchet MS"/>
                <a:ea typeface="Trebuchet MS"/>
                <a:cs typeface="Trebuchet MS"/>
                <a:sym typeface="Trebuchet MS"/>
              </a:rPr>
              <a:t>You can conveniently use Premier Mastercard to make withdrawals through any ATM and payments via any POS throughout Somalia and around the world where the MasterCard’s logo is displayed</a:t>
            </a:r>
            <a:endParaRPr/>
          </a:p>
          <a:p>
            <a:pPr indent="0" lvl="0" marL="40639" marR="40639" rtl="0" algn="just">
              <a:lnSpc>
                <a:spcPct val="150000"/>
              </a:lnSpc>
              <a:spcBef>
                <a:spcPts val="0"/>
              </a:spcBef>
              <a:spcAft>
                <a:spcPts val="0"/>
              </a:spcAft>
              <a:buNone/>
            </a:pPr>
            <a:r>
              <a:t/>
            </a:r>
            <a:endParaRPr b="0" i="0" sz="1600" u="none" cap="none" strike="noStrike">
              <a:solidFill>
                <a:srgbClr val="1A4276"/>
              </a:solidFill>
              <a:latin typeface="Trebuchet MS"/>
              <a:ea typeface="Trebuchet MS"/>
              <a:cs typeface="Trebuchet MS"/>
              <a:sym typeface="Trebuchet MS"/>
            </a:endParaRPr>
          </a:p>
          <a:p>
            <a:pPr indent="0" lvl="0" marL="40639" marR="40639" rtl="0" algn="ctr">
              <a:lnSpc>
                <a:spcPct val="150000"/>
              </a:lnSpc>
              <a:spcBef>
                <a:spcPts val="0"/>
              </a:spcBef>
              <a:spcAft>
                <a:spcPts val="0"/>
              </a:spcAft>
              <a:buNone/>
            </a:pPr>
            <a:r>
              <a:rPr b="1" i="0" lang="en-GB" sz="1600" u="none" cap="none" strike="noStrike">
                <a:solidFill>
                  <a:srgbClr val="92D050"/>
                </a:solidFill>
                <a:latin typeface="Sigmar One"/>
                <a:ea typeface="Sigmar One"/>
                <a:cs typeface="Sigmar One"/>
                <a:sym typeface="Sigmar One"/>
              </a:rPr>
              <a:t>The classic card limit is $2000</a:t>
            </a:r>
            <a:endParaRPr b="1" i="0" sz="1600" u="none" cap="none" strike="noStrike">
              <a:solidFill>
                <a:srgbClr val="92D050"/>
              </a:solidFill>
              <a:latin typeface="Sigmar One"/>
              <a:ea typeface="Sigmar One"/>
              <a:cs typeface="Sigmar One"/>
              <a:sym typeface="Sigmar One"/>
            </a:endParaRPr>
          </a:p>
        </p:txBody>
      </p:sp>
      <p:sp>
        <p:nvSpPr>
          <p:cNvPr id="294" name="Google Shape;294;p38"/>
          <p:cNvSpPr/>
          <p:nvPr/>
        </p:nvSpPr>
        <p:spPr>
          <a:xfrm>
            <a:off x="611321" y="1142017"/>
            <a:ext cx="4697120"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Classic Mastercard</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pic>
        <p:nvPicPr>
          <p:cNvPr id="295" name="Google Shape;295;p38"/>
          <p:cNvPicPr preferRelativeResize="0"/>
          <p:nvPr/>
        </p:nvPicPr>
        <p:blipFill rotWithShape="1">
          <a:blip r:embed="rId4">
            <a:alphaModFix/>
          </a:blip>
          <a:srcRect b="0" l="0" r="0" t="0"/>
          <a:stretch/>
        </p:blipFill>
        <p:spPr>
          <a:xfrm>
            <a:off x="5660866" y="841194"/>
            <a:ext cx="2248666" cy="14316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299" name="Shape 299"/>
        <p:cNvGrpSpPr/>
        <p:nvPr/>
      </p:nvGrpSpPr>
      <p:grpSpPr>
        <a:xfrm>
          <a:off x="0" y="0"/>
          <a:ext cx="0" cy="0"/>
          <a:chOff x="0" y="0"/>
          <a:chExt cx="0" cy="0"/>
        </a:xfrm>
      </p:grpSpPr>
      <p:pic>
        <p:nvPicPr>
          <p:cNvPr id="300" name="Google Shape;300;p39"/>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301" name="Google Shape;301;p39"/>
          <p:cNvGrpSpPr/>
          <p:nvPr/>
        </p:nvGrpSpPr>
        <p:grpSpPr>
          <a:xfrm>
            <a:off x="611321" y="663118"/>
            <a:ext cx="8564529" cy="62974"/>
            <a:chOff x="0" y="0"/>
            <a:chExt cx="8564527" cy="62973"/>
          </a:xfrm>
        </p:grpSpPr>
        <p:sp>
          <p:nvSpPr>
            <p:cNvPr id="302" name="Google Shape;302;p39"/>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303" name="Google Shape;303;p39"/>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304" name="Google Shape;304;p39"/>
          <p:cNvSpPr/>
          <p:nvPr/>
        </p:nvSpPr>
        <p:spPr>
          <a:xfrm>
            <a:off x="611321" y="147380"/>
            <a:ext cx="4697120"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SWIFT SERVICE</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305" name="Google Shape;305;p39"/>
          <p:cNvSpPr/>
          <p:nvPr/>
        </p:nvSpPr>
        <p:spPr>
          <a:xfrm>
            <a:off x="706571" y="1265547"/>
            <a:ext cx="8109879" cy="1949252"/>
          </a:xfrm>
          <a:prstGeom prst="rect">
            <a:avLst/>
          </a:prstGeom>
          <a:noFill/>
          <a:ln>
            <a:noFill/>
          </a:ln>
        </p:spPr>
        <p:txBody>
          <a:bodyPr anchorCtr="0" anchor="t" bIns="50800" lIns="50800" spcFirstLastPara="1" rIns="50800" wrap="square" tIns="50800">
            <a:spAutoFit/>
          </a:bodyPr>
          <a:lstStyle/>
          <a:p>
            <a:pPr indent="0" lvl="0" marL="40639" marR="40639" rtl="0" algn="just">
              <a:lnSpc>
                <a:spcPct val="150000"/>
              </a:lnSpc>
              <a:spcBef>
                <a:spcPts val="0"/>
              </a:spcBef>
              <a:spcAft>
                <a:spcPts val="0"/>
              </a:spcAft>
              <a:buNone/>
            </a:pPr>
            <a:r>
              <a:rPr b="0" i="0" lang="en-GB" sz="1600" u="none" cap="none" strike="noStrike">
                <a:solidFill>
                  <a:srgbClr val="1A4276"/>
                </a:solidFill>
                <a:latin typeface="Trebuchet MS"/>
                <a:ea typeface="Trebuchet MS"/>
                <a:cs typeface="Trebuchet MS"/>
                <a:sym typeface="Trebuchet MS"/>
              </a:rPr>
              <a:t>Our SWIFT offering provides a convenient channel that enables international money remittance and payments worldwide through banks. Money transfer across banks is safe, fast, and guaranteed through Premier Bank’s SWIFT service.</a:t>
            </a:r>
            <a:endParaRPr/>
          </a:p>
          <a:p>
            <a:pPr indent="0" lvl="0" marL="40639" marR="40639" rtl="0" algn="just">
              <a:lnSpc>
                <a:spcPct val="150000"/>
              </a:lnSpc>
              <a:spcBef>
                <a:spcPts val="0"/>
              </a:spcBef>
              <a:spcAft>
                <a:spcPts val="0"/>
              </a:spcAft>
              <a:buNone/>
            </a:pPr>
            <a:r>
              <a:t/>
            </a:r>
            <a:endParaRPr b="0" i="0" sz="1600" u="none" cap="none" strike="noStrike">
              <a:solidFill>
                <a:srgbClr val="1A4276"/>
              </a:solidFill>
              <a:latin typeface="Trebuchet MS"/>
              <a:ea typeface="Trebuchet MS"/>
              <a:cs typeface="Trebuchet MS"/>
              <a:sym typeface="Trebuchet MS"/>
            </a:endParaRPr>
          </a:p>
          <a:p>
            <a:pPr indent="0" lvl="0" marL="40639" marR="40639" rtl="0" algn="just">
              <a:lnSpc>
                <a:spcPct val="150000"/>
              </a:lnSpc>
              <a:spcBef>
                <a:spcPts val="0"/>
              </a:spcBef>
              <a:spcAft>
                <a:spcPts val="0"/>
              </a:spcAft>
              <a:buNone/>
            </a:pPr>
            <a:r>
              <a:rPr b="0" i="0" lang="en-GB" sz="1600" u="none" cap="none" strike="noStrike">
                <a:solidFill>
                  <a:srgbClr val="1A4276"/>
                </a:solidFill>
                <a:latin typeface="Trebuchet MS"/>
                <a:ea typeface="Trebuchet MS"/>
                <a:cs typeface="Trebuchet MS"/>
                <a:sym typeface="Trebuchet MS"/>
              </a:rPr>
              <a:t>We are  capable of receiving and sending from all nations.</a:t>
            </a:r>
            <a:endParaRPr/>
          </a:p>
        </p:txBody>
      </p:sp>
      <p:pic>
        <p:nvPicPr>
          <p:cNvPr id="306" name="Google Shape;306;p39"/>
          <p:cNvPicPr preferRelativeResize="0"/>
          <p:nvPr/>
        </p:nvPicPr>
        <p:blipFill rotWithShape="1">
          <a:blip r:embed="rId4">
            <a:alphaModFix/>
          </a:blip>
          <a:srcRect b="0" l="0" r="0" t="0"/>
          <a:stretch/>
        </p:blipFill>
        <p:spPr>
          <a:xfrm>
            <a:off x="6141720" y="2430781"/>
            <a:ext cx="2674730" cy="2497810"/>
          </a:xfrm>
          <a:prstGeom prst="rect">
            <a:avLst/>
          </a:prstGeom>
          <a:noFill/>
          <a:ln>
            <a:noFill/>
          </a:ln>
        </p:spPr>
      </p:pic>
      <p:sp>
        <p:nvSpPr>
          <p:cNvPr id="307" name="Google Shape;307;p39"/>
          <p:cNvSpPr txBox="1"/>
          <p:nvPr/>
        </p:nvSpPr>
        <p:spPr>
          <a:xfrm>
            <a:off x="706571" y="3902180"/>
            <a:ext cx="4697119"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GB" sz="1400" u="none" cap="none" strike="noStrike">
                <a:solidFill>
                  <a:srgbClr val="1A4276"/>
                </a:solidFill>
                <a:latin typeface="Sigmar One"/>
                <a:ea typeface="Sigmar One"/>
                <a:cs typeface="Sigmar One"/>
                <a:sym typeface="Sigmar One"/>
              </a:rPr>
              <a:t>Premier Bank's Swift Code: </a:t>
            </a:r>
            <a:r>
              <a:rPr b="1" i="0" lang="en-GB" sz="1400" u="none" cap="none" strike="noStrike">
                <a:solidFill>
                  <a:srgbClr val="92D050"/>
                </a:solidFill>
                <a:latin typeface="Sigmar One"/>
                <a:ea typeface="Sigmar One"/>
                <a:cs typeface="Sigmar One"/>
                <a:sym typeface="Sigmar One"/>
              </a:rPr>
              <a:t>PBSMSOSM</a:t>
            </a:r>
            <a:endParaRPr b="1" i="0" sz="1600" u="none" cap="none" strike="noStrike">
              <a:solidFill>
                <a:srgbClr val="92D050"/>
              </a:solidFill>
              <a:latin typeface="Sigmar One"/>
              <a:ea typeface="Sigmar One"/>
              <a:cs typeface="Sigmar One"/>
              <a:sym typeface="Sigmar One"/>
            </a:endParaRPr>
          </a:p>
          <a:p>
            <a:pPr indent="0" lvl="0" marL="0" marR="0" rtl="0" algn="l">
              <a:lnSpc>
                <a:spcPct val="100000"/>
              </a:lnSpc>
              <a:spcBef>
                <a:spcPts val="0"/>
              </a:spcBef>
              <a:spcAft>
                <a:spcPts val="0"/>
              </a:spcAft>
              <a:buNone/>
            </a:pPr>
            <a:r>
              <a:t/>
            </a:r>
            <a:endParaRPr b="0" i="0" sz="1600" u="none" cap="none" strike="noStrike">
              <a:solidFill>
                <a:srgbClr val="1A4276"/>
              </a:solidFill>
              <a:latin typeface="Trebuchet MS"/>
              <a:ea typeface="Trebuchet MS"/>
              <a:cs typeface="Trebuchet MS"/>
              <a:sym typeface="Trebuchet M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311" name="Shape 311"/>
        <p:cNvGrpSpPr/>
        <p:nvPr/>
      </p:nvGrpSpPr>
      <p:grpSpPr>
        <a:xfrm>
          <a:off x="0" y="0"/>
          <a:ext cx="0" cy="0"/>
          <a:chOff x="0" y="0"/>
          <a:chExt cx="0" cy="0"/>
        </a:xfrm>
      </p:grpSpPr>
      <p:pic>
        <p:nvPicPr>
          <p:cNvPr id="312" name="Google Shape;312;p40"/>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313" name="Google Shape;313;p40"/>
          <p:cNvGrpSpPr/>
          <p:nvPr/>
        </p:nvGrpSpPr>
        <p:grpSpPr>
          <a:xfrm>
            <a:off x="611321" y="663118"/>
            <a:ext cx="8564529" cy="62974"/>
            <a:chOff x="0" y="0"/>
            <a:chExt cx="8564527" cy="62973"/>
          </a:xfrm>
        </p:grpSpPr>
        <p:sp>
          <p:nvSpPr>
            <p:cNvPr id="314" name="Google Shape;314;p40"/>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315" name="Google Shape;315;p40"/>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316" name="Google Shape;316;p40"/>
          <p:cNvSpPr/>
          <p:nvPr/>
        </p:nvSpPr>
        <p:spPr>
          <a:xfrm>
            <a:off x="611321" y="147380"/>
            <a:ext cx="4697120"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INTERNET BANKING </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317" name="Google Shape;317;p40"/>
          <p:cNvSpPr/>
          <p:nvPr/>
        </p:nvSpPr>
        <p:spPr>
          <a:xfrm>
            <a:off x="611321" y="828592"/>
            <a:ext cx="8109879" cy="3795911"/>
          </a:xfrm>
          <a:prstGeom prst="rect">
            <a:avLst/>
          </a:prstGeom>
          <a:noFill/>
          <a:ln>
            <a:noFill/>
          </a:ln>
        </p:spPr>
        <p:txBody>
          <a:bodyPr anchorCtr="0" anchor="t" bIns="50800" lIns="50800" spcFirstLastPara="1" rIns="50800" wrap="square" tIns="50800">
            <a:spAutoFit/>
          </a:bodyPr>
          <a:lstStyle/>
          <a:p>
            <a:pPr indent="0" lvl="0" marL="40639" marR="40639" rtl="0" algn="just">
              <a:lnSpc>
                <a:spcPct val="150000"/>
              </a:lnSpc>
              <a:spcBef>
                <a:spcPts val="0"/>
              </a:spcBef>
              <a:spcAft>
                <a:spcPts val="0"/>
              </a:spcAft>
              <a:buNone/>
            </a:pPr>
            <a:r>
              <a:rPr b="1" i="0" lang="en-GB" sz="1200" u="none" cap="none" strike="noStrike">
                <a:solidFill>
                  <a:srgbClr val="92D050"/>
                </a:solidFill>
                <a:latin typeface="Trebuchet MS"/>
                <a:ea typeface="Trebuchet MS"/>
                <a:cs typeface="Trebuchet MS"/>
                <a:sym typeface="Trebuchet MS"/>
              </a:rPr>
              <a:t>What is Internet Banking?</a:t>
            </a:r>
            <a:endParaRPr/>
          </a:p>
          <a:p>
            <a:pPr indent="0" lvl="0" marL="40639" marR="40639" rtl="0" algn="just">
              <a:lnSpc>
                <a:spcPct val="150000"/>
              </a:lnSpc>
              <a:spcBef>
                <a:spcPts val="0"/>
              </a:spcBef>
              <a:spcAft>
                <a:spcPts val="0"/>
              </a:spcAft>
              <a:buNone/>
            </a:pPr>
            <a:r>
              <a:rPr b="0" i="0" lang="en-GB" sz="1200" u="none" cap="none" strike="noStrike">
                <a:solidFill>
                  <a:srgbClr val="1A4276"/>
                </a:solidFill>
                <a:latin typeface="Trebuchet MS"/>
                <a:ea typeface="Trebuchet MS"/>
                <a:cs typeface="Trebuchet MS"/>
                <a:sym typeface="Trebuchet MS"/>
              </a:rPr>
              <a:t> is an electronic system managed by banks which enables customers to access financial as well as non-financial banking products online, also known as Online Banking.</a:t>
            </a:r>
            <a:endParaRPr/>
          </a:p>
          <a:p>
            <a:pPr indent="0" lvl="0" marL="40639" marR="40639" rtl="0" algn="just">
              <a:lnSpc>
                <a:spcPct val="150000"/>
              </a:lnSpc>
              <a:spcBef>
                <a:spcPts val="0"/>
              </a:spcBef>
              <a:spcAft>
                <a:spcPts val="0"/>
              </a:spcAft>
              <a:buNone/>
            </a:pPr>
            <a:r>
              <a:rPr b="0" i="0" lang="en-GB" sz="1200" u="none" cap="none" strike="noStrike">
                <a:solidFill>
                  <a:srgbClr val="92D050"/>
                </a:solidFill>
                <a:latin typeface="Trebuchet MS"/>
                <a:ea typeface="Trebuchet MS"/>
                <a:cs typeface="Trebuchet MS"/>
                <a:sym typeface="Trebuchet MS"/>
              </a:rPr>
              <a:t>Features of Internet Banking </a:t>
            </a:r>
            <a:endParaRPr/>
          </a:p>
          <a:p>
            <a:pPr indent="-171450" lvl="0" marL="212089" marR="40639" rtl="0" algn="just">
              <a:lnSpc>
                <a:spcPct val="150000"/>
              </a:lnSpc>
              <a:spcBef>
                <a:spcPts val="0"/>
              </a:spcBef>
              <a:spcAft>
                <a:spcPts val="0"/>
              </a:spcAft>
              <a:buClr>
                <a:srgbClr val="1A4276"/>
              </a:buClr>
              <a:buSzPts val="1600"/>
              <a:buFont typeface="Arial"/>
              <a:buChar char="•"/>
            </a:pPr>
            <a:r>
              <a:rPr b="0" i="0" lang="en-GB" sz="1200" u="none" cap="none" strike="noStrike">
                <a:solidFill>
                  <a:srgbClr val="1A4276"/>
                </a:solidFill>
                <a:latin typeface="Trebuchet MS"/>
                <a:ea typeface="Trebuchet MS"/>
                <a:cs typeface="Trebuchet MS"/>
                <a:sym typeface="Trebuchet MS"/>
              </a:rPr>
              <a:t>A secure and convenient method of banking</a:t>
            </a:r>
            <a:endParaRPr/>
          </a:p>
          <a:p>
            <a:pPr indent="-171450" lvl="0" marL="212089" marR="40639" rtl="0" algn="just">
              <a:lnSpc>
                <a:spcPct val="150000"/>
              </a:lnSpc>
              <a:spcBef>
                <a:spcPts val="0"/>
              </a:spcBef>
              <a:spcAft>
                <a:spcPts val="0"/>
              </a:spcAft>
              <a:buClr>
                <a:srgbClr val="1A4276"/>
              </a:buClr>
              <a:buSzPts val="1600"/>
              <a:buFont typeface="Arial"/>
              <a:buChar char="•"/>
            </a:pPr>
            <a:r>
              <a:rPr b="0" i="0" lang="en-GB" sz="1200" u="none" cap="none" strike="noStrike">
                <a:solidFill>
                  <a:srgbClr val="1A4276"/>
                </a:solidFill>
                <a:latin typeface="Trebuchet MS"/>
                <a:ea typeface="Trebuchet MS"/>
                <a:cs typeface="Trebuchet MS"/>
                <a:sym typeface="Trebuchet MS"/>
              </a:rPr>
              <a:t>Password-protected banking system</a:t>
            </a:r>
            <a:endParaRPr/>
          </a:p>
          <a:p>
            <a:pPr indent="-171450" lvl="0" marL="212089" marR="40639" rtl="0" algn="just">
              <a:lnSpc>
                <a:spcPct val="150000"/>
              </a:lnSpc>
              <a:spcBef>
                <a:spcPts val="0"/>
              </a:spcBef>
              <a:spcAft>
                <a:spcPts val="0"/>
              </a:spcAft>
              <a:buClr>
                <a:srgbClr val="1A4276"/>
              </a:buClr>
              <a:buSzPts val="1600"/>
              <a:buFont typeface="Arial"/>
              <a:buChar char="•"/>
            </a:pPr>
            <a:r>
              <a:rPr b="0" i="0" lang="en-GB" sz="1200" u="none" cap="none" strike="noStrike">
                <a:solidFill>
                  <a:srgbClr val="1A4276"/>
                </a:solidFill>
                <a:latin typeface="Trebuchet MS"/>
                <a:ea typeface="Trebuchet MS"/>
                <a:cs typeface="Trebuchet MS"/>
                <a:sym typeface="Trebuchet MS"/>
              </a:rPr>
              <a:t>Easy access to financial and non-financial banking products/services</a:t>
            </a:r>
            <a:endParaRPr/>
          </a:p>
          <a:p>
            <a:pPr indent="-171450" lvl="0" marL="212089" marR="40639" rtl="0" algn="just">
              <a:lnSpc>
                <a:spcPct val="150000"/>
              </a:lnSpc>
              <a:spcBef>
                <a:spcPts val="0"/>
              </a:spcBef>
              <a:spcAft>
                <a:spcPts val="0"/>
              </a:spcAft>
              <a:buClr>
                <a:srgbClr val="1A4276"/>
              </a:buClr>
              <a:buSzPts val="1600"/>
              <a:buFont typeface="Arial"/>
              <a:buChar char="•"/>
            </a:pPr>
            <a:r>
              <a:rPr b="0" i="0" lang="en-GB" sz="1200" u="none" cap="none" strike="noStrike">
                <a:solidFill>
                  <a:srgbClr val="1A4276"/>
                </a:solidFill>
                <a:latin typeface="Trebuchet MS"/>
                <a:ea typeface="Trebuchet MS"/>
                <a:cs typeface="Trebuchet MS"/>
                <a:sym typeface="Trebuchet MS"/>
              </a:rPr>
              <a:t>Access your bank account anytime anywhere</a:t>
            </a:r>
            <a:endParaRPr/>
          </a:p>
          <a:p>
            <a:pPr indent="-171450" lvl="0" marL="212089" marR="40639" rtl="0" algn="just">
              <a:lnSpc>
                <a:spcPct val="150000"/>
              </a:lnSpc>
              <a:spcBef>
                <a:spcPts val="0"/>
              </a:spcBef>
              <a:spcAft>
                <a:spcPts val="0"/>
              </a:spcAft>
              <a:buClr>
                <a:srgbClr val="1A4276"/>
              </a:buClr>
              <a:buSzPts val="1600"/>
              <a:buFont typeface="Arial"/>
              <a:buChar char="•"/>
            </a:pPr>
            <a:r>
              <a:rPr b="0" i="0" lang="en-GB" sz="1200" u="none" cap="none" strike="noStrike">
                <a:solidFill>
                  <a:srgbClr val="1A4276"/>
                </a:solidFill>
                <a:latin typeface="Trebuchet MS"/>
                <a:ea typeface="Trebuchet MS"/>
                <a:cs typeface="Trebuchet MS"/>
                <a:sym typeface="Trebuchet MS"/>
              </a:rPr>
              <a:t>Track and manage bank balance, last transactions, statements, etc</a:t>
            </a:r>
            <a:endParaRPr/>
          </a:p>
          <a:p>
            <a:pPr indent="-171450" lvl="0" marL="212089" marR="40639" rtl="0" algn="just">
              <a:lnSpc>
                <a:spcPct val="150000"/>
              </a:lnSpc>
              <a:spcBef>
                <a:spcPts val="0"/>
              </a:spcBef>
              <a:spcAft>
                <a:spcPts val="0"/>
              </a:spcAft>
              <a:buClr>
                <a:srgbClr val="1A4276"/>
              </a:buClr>
              <a:buSzPts val="1600"/>
              <a:buFont typeface="Arial"/>
              <a:buChar char="•"/>
            </a:pPr>
            <a:r>
              <a:rPr b="0" i="0" lang="en-GB" sz="1200" u="none" cap="none" strike="noStrike">
                <a:solidFill>
                  <a:srgbClr val="1A4276"/>
                </a:solidFill>
                <a:latin typeface="Trebuchet MS"/>
                <a:ea typeface="Trebuchet MS"/>
                <a:cs typeface="Trebuchet MS"/>
                <a:sym typeface="Trebuchet MS"/>
              </a:rPr>
              <a:t>Transfer funds online via NEFT, RTGS, IMPS anytime</a:t>
            </a:r>
            <a:endParaRPr/>
          </a:p>
          <a:p>
            <a:pPr indent="-171450" lvl="0" marL="212089" marR="40639" rtl="0" algn="just">
              <a:lnSpc>
                <a:spcPct val="150000"/>
              </a:lnSpc>
              <a:spcBef>
                <a:spcPts val="0"/>
              </a:spcBef>
              <a:spcAft>
                <a:spcPts val="0"/>
              </a:spcAft>
              <a:buClr>
                <a:srgbClr val="1A4276"/>
              </a:buClr>
              <a:buSzPts val="1600"/>
              <a:buFont typeface="Arial"/>
              <a:buChar char="•"/>
            </a:pPr>
            <a:r>
              <a:rPr b="0" i="0" lang="en-GB" sz="1200" u="none" cap="none" strike="noStrike">
                <a:solidFill>
                  <a:srgbClr val="1A4276"/>
                </a:solidFill>
                <a:latin typeface="Trebuchet MS"/>
                <a:ea typeface="Trebuchet MS"/>
                <a:cs typeface="Trebuchet MS"/>
                <a:sym typeface="Trebuchet MS"/>
              </a:rPr>
              <a:t>Keep a track of payments, personal loans, home loans, business loans, credit cards, savings account, etc.</a:t>
            </a:r>
            <a:endParaRPr/>
          </a:p>
          <a:p>
            <a:pPr indent="-171450" lvl="0" marL="212089" marR="40639" rtl="0" algn="just">
              <a:lnSpc>
                <a:spcPct val="150000"/>
              </a:lnSpc>
              <a:spcBef>
                <a:spcPts val="0"/>
              </a:spcBef>
              <a:spcAft>
                <a:spcPts val="0"/>
              </a:spcAft>
              <a:buClr>
                <a:srgbClr val="1A4276"/>
              </a:buClr>
              <a:buSzPts val="1600"/>
              <a:buFont typeface="Arial"/>
              <a:buChar char="•"/>
            </a:pPr>
            <a:r>
              <a:rPr b="0" i="0" lang="en-GB" sz="1200" u="none" cap="none" strike="noStrike">
                <a:solidFill>
                  <a:srgbClr val="1A4276"/>
                </a:solidFill>
                <a:latin typeface="Trebuchet MS"/>
                <a:ea typeface="Trebuchet MS"/>
                <a:cs typeface="Trebuchet MS"/>
                <a:sym typeface="Trebuchet MS"/>
              </a:rPr>
              <a:t>Channelize or cancel automatic payments such as Standing Orders</a:t>
            </a:r>
            <a:endParaRPr/>
          </a:p>
          <a:p>
            <a:pPr indent="0" lvl="0" marL="40639" marR="40639" rtl="0" algn="just">
              <a:lnSpc>
                <a:spcPct val="150000"/>
              </a:lnSpc>
              <a:spcBef>
                <a:spcPts val="0"/>
              </a:spcBef>
              <a:spcAft>
                <a:spcPts val="0"/>
              </a:spcAft>
              <a:buNone/>
            </a:pPr>
            <a:r>
              <a:t/>
            </a:r>
            <a:endParaRPr b="0" i="0" sz="1600" u="none" cap="none" strike="noStrike">
              <a:solidFill>
                <a:srgbClr val="1A4276"/>
              </a:solidFill>
              <a:latin typeface="Trebuchet MS"/>
              <a:ea typeface="Trebuchet MS"/>
              <a:cs typeface="Trebuchet MS"/>
              <a:sym typeface="Trebuchet M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321" name="Shape 321"/>
        <p:cNvGrpSpPr/>
        <p:nvPr/>
      </p:nvGrpSpPr>
      <p:grpSpPr>
        <a:xfrm>
          <a:off x="0" y="0"/>
          <a:ext cx="0" cy="0"/>
          <a:chOff x="0" y="0"/>
          <a:chExt cx="0" cy="0"/>
        </a:xfrm>
      </p:grpSpPr>
      <p:pic>
        <p:nvPicPr>
          <p:cNvPr id="322" name="Google Shape;322;p41"/>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323" name="Google Shape;323;p41"/>
          <p:cNvGrpSpPr/>
          <p:nvPr/>
        </p:nvGrpSpPr>
        <p:grpSpPr>
          <a:xfrm>
            <a:off x="611321" y="663118"/>
            <a:ext cx="8564529" cy="62974"/>
            <a:chOff x="0" y="0"/>
            <a:chExt cx="8564527" cy="62973"/>
          </a:xfrm>
        </p:grpSpPr>
        <p:sp>
          <p:nvSpPr>
            <p:cNvPr id="324" name="Google Shape;324;p41"/>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325" name="Google Shape;325;p41"/>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326" name="Google Shape;326;p41"/>
          <p:cNvSpPr/>
          <p:nvPr/>
        </p:nvSpPr>
        <p:spPr>
          <a:xfrm>
            <a:off x="611321" y="147380"/>
            <a:ext cx="4697120"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INTERNET BANKING </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327" name="Google Shape;327;p41"/>
          <p:cNvSpPr/>
          <p:nvPr/>
        </p:nvSpPr>
        <p:spPr>
          <a:xfrm>
            <a:off x="611321" y="828592"/>
            <a:ext cx="8109879" cy="3842077"/>
          </a:xfrm>
          <a:prstGeom prst="rect">
            <a:avLst/>
          </a:prstGeom>
          <a:noFill/>
          <a:ln>
            <a:noFill/>
          </a:ln>
        </p:spPr>
        <p:txBody>
          <a:bodyPr anchorCtr="0" anchor="t" bIns="50800" lIns="50800" spcFirstLastPara="1" rIns="50800" wrap="square" tIns="50800">
            <a:spAutoFit/>
          </a:bodyPr>
          <a:lstStyle/>
          <a:p>
            <a:pPr indent="0" lvl="0" marL="40639" marR="40639" rtl="0" algn="just">
              <a:lnSpc>
                <a:spcPct val="150000"/>
              </a:lnSpc>
              <a:spcBef>
                <a:spcPts val="0"/>
              </a:spcBef>
              <a:spcAft>
                <a:spcPts val="0"/>
              </a:spcAft>
              <a:buNone/>
            </a:pPr>
            <a:r>
              <a:rPr b="1" i="0" lang="en-GB" sz="1800" u="none" cap="none" strike="noStrike">
                <a:solidFill>
                  <a:srgbClr val="92D050"/>
                </a:solidFill>
                <a:latin typeface="Trebuchet MS"/>
                <a:ea typeface="Trebuchet MS"/>
                <a:cs typeface="Trebuchet MS"/>
                <a:sym typeface="Trebuchet MS"/>
              </a:rPr>
              <a:t>How to register Internet Banking ?</a:t>
            </a:r>
            <a:endParaRPr/>
          </a:p>
          <a:p>
            <a:pPr indent="-285750" lvl="0" marL="326389" marR="40639" rtl="0" algn="just">
              <a:lnSpc>
                <a:spcPct val="150000"/>
              </a:lnSpc>
              <a:spcBef>
                <a:spcPts val="0"/>
              </a:spcBef>
              <a:spcAft>
                <a:spcPts val="0"/>
              </a:spcAft>
              <a:buClr>
                <a:srgbClr val="1A4276"/>
              </a:buClr>
              <a:buSzPts val="1600"/>
              <a:buFont typeface="Arial"/>
              <a:buChar char="•"/>
            </a:pPr>
            <a:r>
              <a:rPr b="0" i="0" lang="en-GB" sz="1800" u="none" cap="none" strike="noStrike">
                <a:solidFill>
                  <a:srgbClr val="1A4276"/>
                </a:solidFill>
                <a:latin typeface="Trebuchet MS"/>
                <a:ea typeface="Trebuchet MS"/>
                <a:cs typeface="Trebuchet MS"/>
                <a:sym typeface="Trebuchet MS"/>
              </a:rPr>
              <a:t>You can submit the Internet Banking Application Form at the branch along with required documents such as a copy of your bank passport.</a:t>
            </a:r>
            <a:endParaRPr/>
          </a:p>
          <a:p>
            <a:pPr indent="-285750" lvl="0" marL="326389" marR="40639" rtl="0" algn="just">
              <a:lnSpc>
                <a:spcPct val="150000"/>
              </a:lnSpc>
              <a:spcBef>
                <a:spcPts val="0"/>
              </a:spcBef>
              <a:spcAft>
                <a:spcPts val="0"/>
              </a:spcAft>
              <a:buClr>
                <a:srgbClr val="1A4276"/>
              </a:buClr>
              <a:buSzPts val="1600"/>
              <a:buFont typeface="Arial"/>
              <a:buChar char="•"/>
            </a:pPr>
            <a:r>
              <a:rPr b="0" i="0" lang="en-GB" sz="1800" u="none" cap="none" strike="noStrike">
                <a:solidFill>
                  <a:srgbClr val="1A4276"/>
                </a:solidFill>
                <a:latin typeface="Trebuchet MS"/>
                <a:ea typeface="Trebuchet MS"/>
                <a:cs typeface="Trebuchet MS"/>
                <a:sym typeface="Trebuchet MS"/>
              </a:rPr>
              <a:t>The bank will verify all the information and then issue a customer ID and password for internet banking</a:t>
            </a:r>
            <a:endParaRPr/>
          </a:p>
          <a:p>
            <a:pPr indent="-285750" lvl="0" marL="326389" marR="40639" rtl="0" algn="just">
              <a:lnSpc>
                <a:spcPct val="150000"/>
              </a:lnSpc>
              <a:spcBef>
                <a:spcPts val="0"/>
              </a:spcBef>
              <a:spcAft>
                <a:spcPts val="0"/>
              </a:spcAft>
              <a:buClr>
                <a:srgbClr val="1A4276"/>
              </a:buClr>
              <a:buSzPts val="1600"/>
              <a:buFont typeface="Arial"/>
              <a:buChar char="•"/>
            </a:pPr>
            <a:r>
              <a:rPr b="0" i="0" lang="en-GB" sz="1800" u="none" cap="none" strike="noStrike">
                <a:solidFill>
                  <a:srgbClr val="1A4276"/>
                </a:solidFill>
                <a:latin typeface="Trebuchet MS"/>
                <a:ea typeface="Trebuchet MS"/>
                <a:cs typeface="Trebuchet MS"/>
                <a:sym typeface="Trebuchet MS"/>
              </a:rPr>
              <a:t>The Internet Banking application can be register from the bank’s official website</a:t>
            </a:r>
            <a:endParaRPr/>
          </a:p>
          <a:p>
            <a:pPr indent="-285750" lvl="0" marL="326389" marR="40639" rtl="0" algn="just">
              <a:lnSpc>
                <a:spcPct val="150000"/>
              </a:lnSpc>
              <a:spcBef>
                <a:spcPts val="0"/>
              </a:spcBef>
              <a:spcAft>
                <a:spcPts val="0"/>
              </a:spcAft>
              <a:buClr>
                <a:srgbClr val="1A4276"/>
              </a:buClr>
              <a:buSzPts val="1600"/>
              <a:buFont typeface="Arial"/>
              <a:buChar char="•"/>
            </a:pPr>
            <a:r>
              <a:rPr b="0" i="0" lang="en-GB" sz="1800" u="none" cap="none" strike="noStrike">
                <a:solidFill>
                  <a:srgbClr val="1A4276"/>
                </a:solidFill>
                <a:latin typeface="Trebuchet MS"/>
                <a:ea typeface="Trebuchet MS"/>
                <a:cs typeface="Trebuchet MS"/>
                <a:sym typeface="Trebuchet MS"/>
              </a:rPr>
              <a:t>After receiving the credentials, you can log-in and access Internet Banking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331" name="Shape 331"/>
        <p:cNvGrpSpPr/>
        <p:nvPr/>
      </p:nvGrpSpPr>
      <p:grpSpPr>
        <a:xfrm>
          <a:off x="0" y="0"/>
          <a:ext cx="0" cy="0"/>
          <a:chOff x="0" y="0"/>
          <a:chExt cx="0" cy="0"/>
        </a:xfrm>
      </p:grpSpPr>
      <p:pic>
        <p:nvPicPr>
          <p:cNvPr id="332" name="Google Shape;332;p42"/>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333" name="Google Shape;333;p42"/>
          <p:cNvGrpSpPr/>
          <p:nvPr/>
        </p:nvGrpSpPr>
        <p:grpSpPr>
          <a:xfrm>
            <a:off x="611321" y="663118"/>
            <a:ext cx="8564529" cy="62974"/>
            <a:chOff x="0" y="0"/>
            <a:chExt cx="8564527" cy="62973"/>
          </a:xfrm>
        </p:grpSpPr>
        <p:sp>
          <p:nvSpPr>
            <p:cNvPr id="334" name="Google Shape;334;p42"/>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335" name="Google Shape;335;p42"/>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336" name="Google Shape;336;p42"/>
          <p:cNvSpPr/>
          <p:nvPr/>
        </p:nvSpPr>
        <p:spPr>
          <a:xfrm>
            <a:off x="611321" y="147380"/>
            <a:ext cx="4697120"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PAYROLL PROCESSING</a:t>
            </a:r>
            <a:endParaRPr/>
          </a:p>
          <a:p>
            <a:pPr indent="0" lvl="0" marL="40639" marR="40639" rtl="0" algn="l">
              <a:lnSpc>
                <a:spcPct val="100000"/>
              </a:lnSpc>
              <a:spcBef>
                <a:spcPts val="0"/>
              </a:spcBef>
              <a:spcAft>
                <a:spcPts val="0"/>
              </a:spcAft>
              <a:buClr>
                <a:srgbClr val="1C4175"/>
              </a:buClr>
              <a:buSzPts val="2400"/>
              <a:buFont typeface="Avenir"/>
              <a:buNone/>
            </a:pPr>
            <a:r>
              <a:t/>
            </a:r>
            <a:endParaRPr b="1" i="0" sz="2400" u="none" cap="none" strike="noStrike">
              <a:solidFill>
                <a:srgbClr val="1C4175"/>
              </a:solidFill>
              <a:latin typeface="Avenir"/>
              <a:ea typeface="Avenir"/>
              <a:cs typeface="Avenir"/>
              <a:sym typeface="Avenir"/>
            </a:endParaRPr>
          </a:p>
        </p:txBody>
      </p:sp>
      <p:sp>
        <p:nvSpPr>
          <p:cNvPr id="337" name="Google Shape;337;p42"/>
          <p:cNvSpPr/>
          <p:nvPr/>
        </p:nvSpPr>
        <p:spPr>
          <a:xfrm>
            <a:off x="611321" y="889612"/>
            <a:ext cx="8425102" cy="2041585"/>
          </a:xfrm>
          <a:prstGeom prst="rect">
            <a:avLst/>
          </a:prstGeom>
          <a:noFill/>
          <a:ln>
            <a:noFill/>
          </a:ln>
        </p:spPr>
        <p:txBody>
          <a:bodyPr anchorCtr="0" anchor="t" bIns="50800" lIns="50800" spcFirstLastPara="1" rIns="50800" wrap="square" tIns="50800">
            <a:spAutoFit/>
          </a:bodyPr>
          <a:lstStyle/>
          <a:p>
            <a:pPr indent="0" lvl="0" marL="40639" marR="40639" rtl="0" algn="just">
              <a:lnSpc>
                <a:spcPct val="150000"/>
              </a:lnSpc>
              <a:spcBef>
                <a:spcPts val="0"/>
              </a:spcBef>
              <a:spcAft>
                <a:spcPts val="0"/>
              </a:spcAft>
              <a:buNone/>
            </a:pPr>
            <a:r>
              <a:rPr b="0" i="0" lang="en-GB" sz="1200" u="none" cap="none" strike="noStrike">
                <a:solidFill>
                  <a:srgbClr val="1A4276"/>
                </a:solidFill>
                <a:latin typeface="Trebuchet MS"/>
                <a:ea typeface="Trebuchet MS"/>
                <a:cs typeface="Trebuchet MS"/>
                <a:sym typeface="Trebuchet MS"/>
              </a:rPr>
              <a:t>Our payroll processing system saves you all the time and resources required to manage your salary and wages payments. Let Premier Bank help you with your payroll processing so that you can focus on the more important things.</a:t>
            </a:r>
            <a:endParaRPr/>
          </a:p>
          <a:p>
            <a:pPr indent="0" lvl="0" marL="40639" marR="40639" rtl="0" algn="just">
              <a:lnSpc>
                <a:spcPct val="150000"/>
              </a:lnSpc>
              <a:spcBef>
                <a:spcPts val="0"/>
              </a:spcBef>
              <a:spcAft>
                <a:spcPts val="0"/>
              </a:spcAft>
              <a:buNone/>
            </a:pPr>
            <a:r>
              <a:rPr b="0" i="0" lang="en-GB" sz="1200" u="none" cap="none" strike="noStrike">
                <a:solidFill>
                  <a:srgbClr val="1A4276"/>
                </a:solidFill>
                <a:latin typeface="Trebuchet MS"/>
                <a:ea typeface="Trebuchet MS"/>
                <a:cs typeface="Trebuchet MS"/>
                <a:sym typeface="Trebuchet MS"/>
              </a:rPr>
              <a:t>Simply open a salary current account for your employees and let us do the rest. At the click of a button, our system will credit all your employees’ accounts and send an SMS notification to each one of them.</a:t>
            </a:r>
            <a:endParaRPr/>
          </a:p>
          <a:p>
            <a:pPr indent="0" lvl="0" marL="40639" marR="40639" rtl="0" algn="just">
              <a:lnSpc>
                <a:spcPct val="150000"/>
              </a:lnSpc>
              <a:spcBef>
                <a:spcPts val="0"/>
              </a:spcBef>
              <a:spcAft>
                <a:spcPts val="0"/>
              </a:spcAft>
              <a:buNone/>
            </a:pPr>
            <a:r>
              <a:t/>
            </a:r>
            <a:endParaRPr b="0" i="0" sz="1200" u="none" cap="none" strike="noStrike">
              <a:solidFill>
                <a:srgbClr val="1A4276"/>
              </a:solidFill>
              <a:latin typeface="Trebuchet MS"/>
              <a:ea typeface="Trebuchet MS"/>
              <a:cs typeface="Trebuchet MS"/>
              <a:sym typeface="Trebuchet MS"/>
            </a:endParaRPr>
          </a:p>
          <a:p>
            <a:pPr indent="0" lvl="0" marL="40639" marR="40639" rtl="0" algn="just">
              <a:lnSpc>
                <a:spcPct val="150000"/>
              </a:lnSpc>
              <a:spcBef>
                <a:spcPts val="0"/>
              </a:spcBef>
              <a:spcAft>
                <a:spcPts val="0"/>
              </a:spcAft>
              <a:buNone/>
            </a:pPr>
            <a:r>
              <a:rPr b="0" i="0" lang="en-GB" sz="1200" u="none" cap="none" strike="noStrike">
                <a:solidFill>
                  <a:srgbClr val="1A4276"/>
                </a:solidFill>
                <a:latin typeface="Trebuchet MS"/>
                <a:ea typeface="Trebuchet MS"/>
                <a:cs typeface="Trebuchet MS"/>
                <a:sym typeface="Trebuchet MS"/>
              </a:rPr>
              <a:t>Premier Bank payroll processing ensures that your employees receive their salaries on time and save your company time and money</a:t>
            </a:r>
            <a:endParaRPr/>
          </a:p>
        </p:txBody>
      </p:sp>
      <p:pic>
        <p:nvPicPr>
          <p:cNvPr id="338" name="Google Shape;338;p42"/>
          <p:cNvPicPr preferRelativeResize="0"/>
          <p:nvPr/>
        </p:nvPicPr>
        <p:blipFill rotWithShape="1">
          <a:blip r:embed="rId4">
            <a:alphaModFix/>
          </a:blip>
          <a:srcRect b="0" l="0" r="0" t="0"/>
          <a:stretch/>
        </p:blipFill>
        <p:spPr>
          <a:xfrm>
            <a:off x="5776539" y="2818436"/>
            <a:ext cx="3178549" cy="211903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342" name="Shape 342"/>
        <p:cNvGrpSpPr/>
        <p:nvPr/>
      </p:nvGrpSpPr>
      <p:grpSpPr>
        <a:xfrm>
          <a:off x="0" y="0"/>
          <a:ext cx="0" cy="0"/>
          <a:chOff x="0" y="0"/>
          <a:chExt cx="0" cy="0"/>
        </a:xfrm>
      </p:grpSpPr>
      <p:pic>
        <p:nvPicPr>
          <p:cNvPr id="343" name="Google Shape;343;p43"/>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344" name="Google Shape;344;p43"/>
          <p:cNvGrpSpPr/>
          <p:nvPr/>
        </p:nvGrpSpPr>
        <p:grpSpPr>
          <a:xfrm>
            <a:off x="611321" y="663118"/>
            <a:ext cx="8564529" cy="62974"/>
            <a:chOff x="0" y="0"/>
            <a:chExt cx="8564527" cy="62973"/>
          </a:xfrm>
        </p:grpSpPr>
        <p:sp>
          <p:nvSpPr>
            <p:cNvPr id="345" name="Google Shape;345;p43"/>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346" name="Google Shape;346;p43"/>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347" name="Google Shape;347;p43"/>
          <p:cNvSpPr/>
          <p:nvPr/>
        </p:nvSpPr>
        <p:spPr>
          <a:xfrm>
            <a:off x="611321" y="147380"/>
            <a:ext cx="4697120"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INVESTMENT AND FINANCING</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348" name="Google Shape;348;p43"/>
          <p:cNvSpPr/>
          <p:nvPr/>
        </p:nvSpPr>
        <p:spPr>
          <a:xfrm>
            <a:off x="611320" y="876964"/>
            <a:ext cx="8109879" cy="779701"/>
          </a:xfrm>
          <a:prstGeom prst="rect">
            <a:avLst/>
          </a:prstGeom>
          <a:noFill/>
          <a:ln>
            <a:noFill/>
          </a:ln>
        </p:spPr>
        <p:txBody>
          <a:bodyPr anchorCtr="0" anchor="t" bIns="50800" lIns="50800" spcFirstLastPara="1" rIns="50800" wrap="square" tIns="50800">
            <a:spAutoFit/>
          </a:bodyPr>
          <a:lstStyle/>
          <a:p>
            <a:pPr indent="0" lvl="0" marL="0" marR="0" rtl="0" algn="l">
              <a:lnSpc>
                <a:spcPct val="100000"/>
              </a:lnSpc>
              <a:spcBef>
                <a:spcPts val="0"/>
              </a:spcBef>
              <a:spcAft>
                <a:spcPts val="0"/>
              </a:spcAft>
              <a:buNone/>
            </a:pPr>
            <a:r>
              <a:rPr b="1" i="0" lang="en-GB" sz="1600" u="none" cap="none" strike="noStrike">
                <a:solidFill>
                  <a:srgbClr val="002060"/>
                </a:solidFill>
                <a:latin typeface="Arial"/>
                <a:ea typeface="Arial"/>
                <a:cs typeface="Arial"/>
                <a:sym typeface="Arial"/>
              </a:rPr>
              <a:t>AUTO FINANCE:</a:t>
            </a:r>
            <a:endParaRPr/>
          </a:p>
          <a:p>
            <a:pPr indent="0" lvl="0" marL="0" marR="0" rtl="0" algn="l">
              <a:lnSpc>
                <a:spcPct val="100000"/>
              </a:lnSpc>
              <a:spcBef>
                <a:spcPts val="0"/>
              </a:spcBef>
              <a:spcAft>
                <a:spcPts val="0"/>
              </a:spcAft>
              <a:buNone/>
            </a:pPr>
            <a:br>
              <a:rPr b="0" i="0" lang="en-GB" sz="1600" u="none" cap="none" strike="noStrike">
                <a:solidFill>
                  <a:srgbClr val="666666"/>
                </a:solidFill>
                <a:latin typeface="Montserrat"/>
                <a:ea typeface="Montserrat"/>
                <a:cs typeface="Montserrat"/>
                <a:sym typeface="Montserrat"/>
              </a:rPr>
            </a:br>
            <a:endParaRPr b="0" i="0" sz="1200" u="none" cap="none" strike="noStrike">
              <a:solidFill>
                <a:srgbClr val="1A4276"/>
              </a:solidFill>
              <a:latin typeface="Trebuchet MS"/>
              <a:ea typeface="Trebuchet MS"/>
              <a:cs typeface="Trebuchet MS"/>
              <a:sym typeface="Trebuchet MS"/>
            </a:endParaRPr>
          </a:p>
        </p:txBody>
      </p:sp>
      <p:sp>
        <p:nvSpPr>
          <p:cNvPr id="349" name="Google Shape;349;p43"/>
          <p:cNvSpPr/>
          <p:nvPr/>
        </p:nvSpPr>
        <p:spPr>
          <a:xfrm>
            <a:off x="611320" y="1373937"/>
            <a:ext cx="8243568" cy="3949799"/>
          </a:xfrm>
          <a:prstGeom prst="rect">
            <a:avLst/>
          </a:prstGeom>
          <a:noFill/>
          <a:ln>
            <a:noFill/>
          </a:ln>
        </p:spPr>
        <p:txBody>
          <a:bodyPr anchorCtr="0" anchor="t" bIns="50800" lIns="50800" spcFirstLastPara="1" rIns="50800" wrap="square" tIns="50800">
            <a:spAutoFit/>
          </a:bodyPr>
          <a:lstStyle/>
          <a:p>
            <a:pPr indent="0" lvl="0" marL="0" marR="0" rtl="0" algn="l">
              <a:lnSpc>
                <a:spcPct val="100000"/>
              </a:lnSpc>
              <a:spcBef>
                <a:spcPts val="0"/>
              </a:spcBef>
              <a:spcAft>
                <a:spcPts val="0"/>
              </a:spcAft>
              <a:buNone/>
            </a:pPr>
            <a:r>
              <a:rPr b="1" lang="en-GB" sz="1600" u="none" cap="none" strike="noStrike">
                <a:solidFill>
                  <a:srgbClr val="00B050"/>
                </a:solidFill>
                <a:latin typeface="Arial"/>
                <a:ea typeface="Arial"/>
                <a:cs typeface="Arial"/>
                <a:sym typeface="Arial"/>
              </a:rPr>
              <a:t>A flexible and affordable financial solution that gives you access to your dream car.</a:t>
            </a:r>
            <a:endParaRPr/>
          </a:p>
          <a:p>
            <a:pPr indent="0" lvl="0" marL="0" marR="0" rtl="0" algn="l">
              <a:lnSpc>
                <a:spcPct val="100000"/>
              </a:lnSpc>
              <a:spcBef>
                <a:spcPts val="0"/>
              </a:spcBef>
              <a:spcAft>
                <a:spcPts val="0"/>
              </a:spcAft>
              <a:buNone/>
            </a:pPr>
            <a:r>
              <a:t/>
            </a:r>
            <a:endParaRPr b="1" i="0" sz="1600" u="none" cap="none" strike="noStrike">
              <a:solidFill>
                <a:srgbClr val="00B050"/>
              </a:solidFill>
              <a:latin typeface="Arial"/>
              <a:ea typeface="Arial"/>
              <a:cs typeface="Arial"/>
              <a:sym typeface="Arial"/>
            </a:endParaRPr>
          </a:p>
          <a:p>
            <a:pPr indent="0" lvl="0" marL="0" marR="0" rtl="0" algn="l">
              <a:lnSpc>
                <a:spcPct val="100000"/>
              </a:lnSpc>
              <a:spcBef>
                <a:spcPts val="0"/>
              </a:spcBef>
              <a:spcAft>
                <a:spcPts val="0"/>
              </a:spcAft>
              <a:buNone/>
            </a:pPr>
            <a:r>
              <a:rPr b="0" i="0" lang="en-GB" sz="1200" u="none" cap="none" strike="noStrike">
                <a:solidFill>
                  <a:srgbClr val="1A4276"/>
                </a:solidFill>
                <a:latin typeface="Trebuchet MS"/>
                <a:ea typeface="Trebuchet MS"/>
                <a:cs typeface="Trebuchet MS"/>
                <a:sym typeface="Trebuchet MS"/>
              </a:rPr>
              <a:t>Our Auto Finance product is a tailor-made facility for salaried or self-employed individuals who want to purchase new or used cars for private use</a:t>
            </a:r>
            <a:r>
              <a:rPr b="1" i="0" lang="en-GB" sz="1600" u="none" cap="none" strike="noStrike">
                <a:solidFill>
                  <a:srgbClr val="1C4175"/>
                </a:solidFill>
                <a:latin typeface="Avenir"/>
                <a:ea typeface="Avenir"/>
                <a:cs typeface="Avenir"/>
                <a:sym typeface="Avenir"/>
              </a:rPr>
              <a:t>.</a:t>
            </a:r>
            <a:endParaRPr/>
          </a:p>
          <a:p>
            <a:pPr indent="0" lvl="0" marL="0" marR="0" rtl="0" algn="l">
              <a:lnSpc>
                <a:spcPct val="100000"/>
              </a:lnSpc>
              <a:spcBef>
                <a:spcPts val="0"/>
              </a:spcBef>
              <a:spcAft>
                <a:spcPts val="0"/>
              </a:spcAft>
              <a:buNone/>
            </a:pPr>
            <a:r>
              <a:t/>
            </a:r>
            <a:endParaRPr b="1" i="0" sz="1600" u="none" cap="none" strike="noStrike">
              <a:solidFill>
                <a:srgbClr val="1C4175"/>
              </a:solidFill>
              <a:latin typeface="Avenir"/>
              <a:ea typeface="Avenir"/>
              <a:cs typeface="Avenir"/>
              <a:sym typeface="Avenir"/>
            </a:endParaRPr>
          </a:p>
          <a:p>
            <a:pPr indent="0" lvl="0" marL="0" marR="0" rtl="0" algn="l">
              <a:lnSpc>
                <a:spcPct val="100000"/>
              </a:lnSpc>
              <a:spcBef>
                <a:spcPts val="0"/>
              </a:spcBef>
              <a:spcAft>
                <a:spcPts val="0"/>
              </a:spcAft>
              <a:buNone/>
            </a:pPr>
            <a:r>
              <a:rPr b="1" i="0" lang="en-GB" sz="1200" u="none" cap="none" strike="noStrike">
                <a:solidFill>
                  <a:srgbClr val="00B050"/>
                </a:solidFill>
                <a:latin typeface="Trebuchet MS"/>
                <a:ea typeface="Trebuchet MS"/>
                <a:cs typeface="Trebuchet MS"/>
                <a:sym typeface="Trebuchet MS"/>
              </a:rPr>
              <a:t>Key Features &amp; Benefits</a:t>
            </a:r>
            <a:endParaRPr b="1"/>
          </a:p>
          <a:p>
            <a:pPr indent="0" lvl="0" marL="0" marR="0" rtl="0" algn="l">
              <a:lnSpc>
                <a:spcPct val="100000"/>
              </a:lnSpc>
              <a:spcBef>
                <a:spcPts val="0"/>
              </a:spcBef>
              <a:spcAft>
                <a:spcPts val="0"/>
              </a:spcAft>
              <a:buNone/>
            </a:pPr>
            <a:r>
              <a:t/>
            </a:r>
            <a:endParaRPr b="0" i="0" sz="1200" u="none" cap="none" strike="noStrike">
              <a:solidFill>
                <a:srgbClr val="1A4276"/>
              </a:solidFill>
              <a:latin typeface="Trebuchet MS"/>
              <a:ea typeface="Trebuchet MS"/>
              <a:cs typeface="Trebuchet MS"/>
              <a:sym typeface="Trebuchet MS"/>
            </a:endParaRPr>
          </a:p>
          <a:p>
            <a:pPr indent="-171450" lvl="0" marL="171450" marR="0" rtl="0" algn="l">
              <a:lnSpc>
                <a:spcPct val="150000"/>
              </a:lnSpc>
              <a:spcBef>
                <a:spcPts val="0"/>
              </a:spcBef>
              <a:spcAft>
                <a:spcPts val="0"/>
              </a:spcAft>
              <a:buClr>
                <a:srgbClr val="000000"/>
              </a:buClr>
              <a:buSzPts val="1200"/>
              <a:buFont typeface="Arial"/>
              <a:buChar char="•"/>
            </a:pPr>
            <a:r>
              <a:rPr b="0" i="0" lang="en-GB" sz="1200" u="none" cap="none" strike="noStrike">
                <a:solidFill>
                  <a:srgbClr val="1A4276"/>
                </a:solidFill>
                <a:latin typeface="Trebuchet MS"/>
                <a:ea typeface="Trebuchet MS"/>
                <a:cs typeface="Trebuchet MS"/>
                <a:sym typeface="Trebuchet MS"/>
              </a:rPr>
              <a:t>Free financial planning and expert advice</a:t>
            </a:r>
            <a:endParaRPr/>
          </a:p>
          <a:p>
            <a:pPr indent="-171450" lvl="0" marL="171450" marR="0" rtl="0" algn="l">
              <a:lnSpc>
                <a:spcPct val="150000"/>
              </a:lnSpc>
              <a:spcBef>
                <a:spcPts val="0"/>
              </a:spcBef>
              <a:spcAft>
                <a:spcPts val="0"/>
              </a:spcAft>
              <a:buClr>
                <a:srgbClr val="000000"/>
              </a:buClr>
              <a:buSzPts val="1200"/>
              <a:buFont typeface="Arial"/>
              <a:buChar char="•"/>
            </a:pPr>
            <a:r>
              <a:rPr b="0" i="0" lang="en-GB" sz="1200" u="none" cap="none" strike="noStrike">
                <a:solidFill>
                  <a:srgbClr val="1A4276"/>
                </a:solidFill>
                <a:latin typeface="Trebuchet MS"/>
                <a:ea typeface="Trebuchet MS"/>
                <a:cs typeface="Trebuchet MS"/>
                <a:sym typeface="Trebuchet MS"/>
              </a:rPr>
              <a:t>Up to 24 months repayment period</a:t>
            </a:r>
            <a:endParaRPr/>
          </a:p>
          <a:p>
            <a:pPr indent="-171450" lvl="0" marL="171450" marR="0" rtl="0" algn="l">
              <a:lnSpc>
                <a:spcPct val="150000"/>
              </a:lnSpc>
              <a:spcBef>
                <a:spcPts val="0"/>
              </a:spcBef>
              <a:spcAft>
                <a:spcPts val="0"/>
              </a:spcAft>
              <a:buClr>
                <a:srgbClr val="000000"/>
              </a:buClr>
              <a:buSzPts val="1200"/>
              <a:buFont typeface="Arial"/>
              <a:buChar char="•"/>
            </a:pPr>
            <a:r>
              <a:rPr b="0" i="0" lang="en-GB" sz="1200" u="none" cap="none" strike="noStrike">
                <a:solidFill>
                  <a:srgbClr val="1A4276"/>
                </a:solidFill>
                <a:latin typeface="Trebuchet MS"/>
                <a:ea typeface="Trebuchet MS"/>
                <a:cs typeface="Trebuchet MS"/>
                <a:sym typeface="Trebuchet MS"/>
              </a:rPr>
              <a:t>Finance both new and used cars;</a:t>
            </a:r>
            <a:endParaRPr/>
          </a:p>
          <a:p>
            <a:pPr indent="-171450" lvl="0" marL="171450" marR="0" rtl="0" algn="l">
              <a:lnSpc>
                <a:spcPct val="150000"/>
              </a:lnSpc>
              <a:spcBef>
                <a:spcPts val="0"/>
              </a:spcBef>
              <a:spcAft>
                <a:spcPts val="0"/>
              </a:spcAft>
              <a:buClr>
                <a:srgbClr val="000000"/>
              </a:buClr>
              <a:buSzPts val="1200"/>
              <a:buFont typeface="Arial"/>
              <a:buChar char="•"/>
            </a:pPr>
            <a:r>
              <a:rPr b="0" i="0" lang="en-GB" sz="1200" u="none" cap="none" strike="noStrike">
                <a:solidFill>
                  <a:srgbClr val="1A4276"/>
                </a:solidFill>
                <a:latin typeface="Trebuchet MS"/>
                <a:ea typeface="Trebuchet MS"/>
                <a:cs typeface="Trebuchet MS"/>
                <a:sym typeface="Trebuchet MS"/>
              </a:rPr>
              <a:t>Financing from as low as USD 3,000</a:t>
            </a:r>
            <a:endParaRPr/>
          </a:p>
          <a:p>
            <a:pPr indent="-171450" lvl="0" marL="171450" marR="0" rtl="0" algn="l">
              <a:lnSpc>
                <a:spcPct val="150000"/>
              </a:lnSpc>
              <a:spcBef>
                <a:spcPts val="0"/>
              </a:spcBef>
              <a:spcAft>
                <a:spcPts val="0"/>
              </a:spcAft>
              <a:buClr>
                <a:srgbClr val="000000"/>
              </a:buClr>
              <a:buSzPts val="1200"/>
              <a:buFont typeface="Arial"/>
              <a:buChar char="•"/>
            </a:pPr>
            <a:r>
              <a:rPr b="0" i="0" lang="en-GB" sz="1200" u="none" cap="none" strike="noStrike">
                <a:solidFill>
                  <a:srgbClr val="1A4276"/>
                </a:solidFill>
                <a:latin typeface="Trebuchet MS"/>
                <a:ea typeface="Trebuchet MS"/>
                <a:cs typeface="Trebuchet MS"/>
                <a:sym typeface="Trebuchet MS"/>
              </a:rPr>
              <a:t>Affordable monthly instalments</a:t>
            </a:r>
            <a:endParaRPr/>
          </a:p>
          <a:p>
            <a:pPr indent="-171450" lvl="0" marL="171450" marR="0" rtl="0" algn="l">
              <a:lnSpc>
                <a:spcPct val="150000"/>
              </a:lnSpc>
              <a:spcBef>
                <a:spcPts val="0"/>
              </a:spcBef>
              <a:spcAft>
                <a:spcPts val="0"/>
              </a:spcAft>
              <a:buClr>
                <a:srgbClr val="000000"/>
              </a:buClr>
              <a:buSzPts val="1200"/>
              <a:buFont typeface="Arial"/>
              <a:buChar char="•"/>
            </a:pPr>
            <a:r>
              <a:rPr b="0" i="0" lang="en-GB" sz="1200" u="none" cap="none" strike="noStrike">
                <a:solidFill>
                  <a:srgbClr val="1A4276"/>
                </a:solidFill>
                <a:latin typeface="Trebuchet MS"/>
                <a:ea typeface="Trebuchet MS"/>
                <a:cs typeface="Trebuchet MS"/>
                <a:sym typeface="Trebuchet MS"/>
              </a:rPr>
              <a:t>Competitive profit rates</a:t>
            </a:r>
            <a:endParaRPr/>
          </a:p>
          <a:p>
            <a:pPr indent="-171450" lvl="0" marL="171450" marR="0" rtl="0" algn="l">
              <a:lnSpc>
                <a:spcPct val="150000"/>
              </a:lnSpc>
              <a:spcBef>
                <a:spcPts val="0"/>
              </a:spcBef>
              <a:spcAft>
                <a:spcPts val="0"/>
              </a:spcAft>
              <a:buClr>
                <a:srgbClr val="000000"/>
              </a:buClr>
              <a:buSzPts val="1200"/>
              <a:buFont typeface="Arial"/>
              <a:buChar char="•"/>
            </a:pPr>
            <a:r>
              <a:rPr b="0" i="0" lang="en-GB" sz="1200" u="none" cap="none" strike="noStrike">
                <a:solidFill>
                  <a:srgbClr val="1A4276"/>
                </a:solidFill>
                <a:latin typeface="Trebuchet MS"/>
                <a:ea typeface="Trebuchet MS"/>
                <a:cs typeface="Trebuchet MS"/>
                <a:sym typeface="Trebuchet MS"/>
              </a:rPr>
              <a:t>Sharia-compliant</a:t>
            </a:r>
            <a:br>
              <a:rPr b="1" i="0" lang="en-GB" sz="1600" u="none" cap="none" strike="noStrike">
                <a:solidFill>
                  <a:srgbClr val="1C4175"/>
                </a:solidFill>
                <a:latin typeface="Avenir"/>
                <a:ea typeface="Avenir"/>
                <a:cs typeface="Avenir"/>
                <a:sym typeface="Avenir"/>
              </a:rPr>
            </a:br>
            <a:endParaRPr b="1" i="0" sz="1600" u="none" cap="none" strike="noStrike">
              <a:solidFill>
                <a:srgbClr val="1C4175"/>
              </a:solidFill>
              <a:latin typeface="Avenir"/>
              <a:ea typeface="Avenir"/>
              <a:cs typeface="Avenir"/>
              <a:sym typeface="Avenir"/>
            </a:endParaRPr>
          </a:p>
        </p:txBody>
      </p:sp>
      <p:pic>
        <p:nvPicPr>
          <p:cNvPr id="350" name="Google Shape;350;p43"/>
          <p:cNvPicPr preferRelativeResize="0"/>
          <p:nvPr/>
        </p:nvPicPr>
        <p:blipFill rotWithShape="1">
          <a:blip r:embed="rId4">
            <a:alphaModFix/>
          </a:blip>
          <a:srcRect b="0" l="0" r="0" t="0"/>
          <a:stretch/>
        </p:blipFill>
        <p:spPr>
          <a:xfrm>
            <a:off x="4355967" y="2386249"/>
            <a:ext cx="4279892" cy="241612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354" name="Shape 354"/>
        <p:cNvGrpSpPr/>
        <p:nvPr/>
      </p:nvGrpSpPr>
      <p:grpSpPr>
        <a:xfrm>
          <a:off x="0" y="0"/>
          <a:ext cx="0" cy="0"/>
          <a:chOff x="0" y="0"/>
          <a:chExt cx="0" cy="0"/>
        </a:xfrm>
      </p:grpSpPr>
      <p:pic>
        <p:nvPicPr>
          <p:cNvPr id="355" name="Google Shape;355;p44"/>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356" name="Google Shape;356;p44"/>
          <p:cNvGrpSpPr/>
          <p:nvPr/>
        </p:nvGrpSpPr>
        <p:grpSpPr>
          <a:xfrm>
            <a:off x="611321" y="663118"/>
            <a:ext cx="8564529" cy="62974"/>
            <a:chOff x="0" y="0"/>
            <a:chExt cx="8564527" cy="62973"/>
          </a:xfrm>
        </p:grpSpPr>
        <p:sp>
          <p:nvSpPr>
            <p:cNvPr id="357" name="Google Shape;357;p44"/>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358" name="Google Shape;358;p44"/>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359" name="Google Shape;359;p44"/>
          <p:cNvSpPr/>
          <p:nvPr/>
        </p:nvSpPr>
        <p:spPr>
          <a:xfrm>
            <a:off x="611326" y="147375"/>
            <a:ext cx="5613600" cy="841200"/>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INVESTMENT AND FINANCING</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360" name="Google Shape;360;p44"/>
          <p:cNvSpPr/>
          <p:nvPr/>
        </p:nvSpPr>
        <p:spPr>
          <a:xfrm>
            <a:off x="611320" y="876964"/>
            <a:ext cx="8109879" cy="779701"/>
          </a:xfrm>
          <a:prstGeom prst="rect">
            <a:avLst/>
          </a:prstGeom>
          <a:noFill/>
          <a:ln>
            <a:noFill/>
          </a:ln>
        </p:spPr>
        <p:txBody>
          <a:bodyPr anchorCtr="0" anchor="t" bIns="50800" lIns="50800" spcFirstLastPara="1" rIns="50800" wrap="square" tIns="50800">
            <a:spAutoFit/>
          </a:bodyPr>
          <a:lstStyle/>
          <a:p>
            <a:pPr indent="0" lvl="0" marL="0" marR="0" rtl="0" algn="l">
              <a:lnSpc>
                <a:spcPct val="100000"/>
              </a:lnSpc>
              <a:spcBef>
                <a:spcPts val="0"/>
              </a:spcBef>
              <a:spcAft>
                <a:spcPts val="0"/>
              </a:spcAft>
              <a:buNone/>
            </a:pPr>
            <a:r>
              <a:rPr b="1" i="0" lang="en-GB" sz="1600" u="none" cap="none" strike="noStrike">
                <a:solidFill>
                  <a:srgbClr val="002060"/>
                </a:solidFill>
                <a:latin typeface="Arial"/>
                <a:ea typeface="Arial"/>
                <a:cs typeface="Arial"/>
                <a:sym typeface="Arial"/>
              </a:rPr>
              <a:t>Land Construction Finance</a:t>
            </a:r>
            <a:endParaRPr/>
          </a:p>
          <a:p>
            <a:pPr indent="0" lvl="0" marL="0" marR="0" rtl="0" algn="l">
              <a:lnSpc>
                <a:spcPct val="100000"/>
              </a:lnSpc>
              <a:spcBef>
                <a:spcPts val="0"/>
              </a:spcBef>
              <a:spcAft>
                <a:spcPts val="0"/>
              </a:spcAft>
              <a:buNone/>
            </a:pPr>
            <a:br>
              <a:rPr b="0" i="0" lang="en-GB" sz="1600" u="none" cap="none" strike="noStrike">
                <a:solidFill>
                  <a:srgbClr val="666666"/>
                </a:solidFill>
                <a:latin typeface="Montserrat"/>
                <a:ea typeface="Montserrat"/>
                <a:cs typeface="Montserrat"/>
                <a:sym typeface="Montserrat"/>
              </a:rPr>
            </a:br>
            <a:endParaRPr b="0" i="0" sz="1200" u="none" cap="none" strike="noStrike">
              <a:solidFill>
                <a:srgbClr val="1A4276"/>
              </a:solidFill>
              <a:latin typeface="Trebuchet MS"/>
              <a:ea typeface="Trebuchet MS"/>
              <a:cs typeface="Trebuchet MS"/>
              <a:sym typeface="Trebuchet MS"/>
            </a:endParaRPr>
          </a:p>
        </p:txBody>
      </p:sp>
      <p:sp>
        <p:nvSpPr>
          <p:cNvPr id="361" name="Google Shape;361;p44"/>
          <p:cNvSpPr/>
          <p:nvPr/>
        </p:nvSpPr>
        <p:spPr>
          <a:xfrm>
            <a:off x="711520" y="1371551"/>
            <a:ext cx="8243568" cy="3426579"/>
          </a:xfrm>
          <a:prstGeom prst="rect">
            <a:avLst/>
          </a:prstGeom>
          <a:noFill/>
          <a:ln>
            <a:noFill/>
          </a:ln>
        </p:spPr>
        <p:txBody>
          <a:bodyPr anchorCtr="0" anchor="t" bIns="50800" lIns="50800" spcFirstLastPara="1" rIns="50800" wrap="square" tIns="50800">
            <a:spAutoFit/>
          </a:bodyPr>
          <a:lstStyle/>
          <a:p>
            <a:pPr indent="0" lvl="0" marL="0" marR="0" rtl="0" algn="just">
              <a:lnSpc>
                <a:spcPct val="100000"/>
              </a:lnSpc>
              <a:spcBef>
                <a:spcPts val="0"/>
              </a:spcBef>
              <a:spcAft>
                <a:spcPts val="0"/>
              </a:spcAft>
              <a:buNone/>
            </a:pPr>
            <a:r>
              <a:rPr b="0" i="1" lang="en-GB" sz="1200" u="none" cap="none" strike="noStrike">
                <a:solidFill>
                  <a:srgbClr val="00B050"/>
                </a:solidFill>
                <a:latin typeface="Trebuchet MS"/>
                <a:ea typeface="Trebuchet MS"/>
                <a:cs typeface="Trebuchet MS"/>
                <a:sym typeface="Trebuchet MS"/>
              </a:rPr>
              <a:t>A financial solution that enables individuals to acquire undeveloped land for construction purposes.</a:t>
            </a:r>
            <a:endParaRPr/>
          </a:p>
          <a:p>
            <a:pPr indent="0" lvl="0" marL="0" marR="0" rtl="0" algn="just">
              <a:lnSpc>
                <a:spcPct val="100000"/>
              </a:lnSpc>
              <a:spcBef>
                <a:spcPts val="0"/>
              </a:spcBef>
              <a:spcAft>
                <a:spcPts val="0"/>
              </a:spcAft>
              <a:buNone/>
            </a:pPr>
            <a:r>
              <a:t/>
            </a:r>
            <a:endParaRPr b="0" i="0" sz="1200" u="none" cap="none" strike="noStrike">
              <a:solidFill>
                <a:srgbClr val="1A4276"/>
              </a:solidFill>
              <a:latin typeface="Trebuchet MS"/>
              <a:ea typeface="Trebuchet MS"/>
              <a:cs typeface="Trebuchet MS"/>
              <a:sym typeface="Trebuchet MS"/>
            </a:endParaRPr>
          </a:p>
          <a:p>
            <a:pPr indent="0" lvl="0" marL="0" marR="0" rtl="0" algn="just">
              <a:lnSpc>
                <a:spcPct val="100000"/>
              </a:lnSpc>
              <a:spcBef>
                <a:spcPts val="0"/>
              </a:spcBef>
              <a:spcAft>
                <a:spcPts val="0"/>
              </a:spcAft>
              <a:buNone/>
            </a:pPr>
            <a:r>
              <a:rPr i="0" lang="en-GB" sz="1200" u="none" cap="none" strike="noStrike">
                <a:solidFill>
                  <a:srgbClr val="1A4276"/>
                </a:solidFill>
                <a:latin typeface="Lexend Light"/>
                <a:ea typeface="Lexend Light"/>
                <a:cs typeface="Lexend Light"/>
                <a:sym typeface="Lexend Light"/>
              </a:rPr>
              <a:t>Our Land Finance product is a simple but practical facility designed to support ambitious individuals who want to get into construction but have limited funds to acquire land for development.</a:t>
            </a:r>
            <a:endParaRPr>
              <a:latin typeface="Lexend Light"/>
              <a:ea typeface="Lexend Light"/>
              <a:cs typeface="Lexend Light"/>
              <a:sym typeface="Lexend Light"/>
            </a:endParaRPr>
          </a:p>
          <a:p>
            <a:pPr indent="0" lvl="0" marL="0" marR="0" rtl="0" algn="l">
              <a:lnSpc>
                <a:spcPct val="100000"/>
              </a:lnSpc>
              <a:spcBef>
                <a:spcPts val="0"/>
              </a:spcBef>
              <a:spcAft>
                <a:spcPts val="0"/>
              </a:spcAft>
              <a:buNone/>
            </a:pPr>
            <a:r>
              <a:rPr i="0" lang="en-GB" sz="1200" u="none" cap="none" strike="noStrike">
                <a:solidFill>
                  <a:srgbClr val="1A4276"/>
                </a:solidFill>
                <a:latin typeface="Lexend Light"/>
                <a:ea typeface="Lexend Light"/>
                <a:cs typeface="Lexend Light"/>
                <a:sym typeface="Lexend Light"/>
              </a:rPr>
              <a:t> </a:t>
            </a:r>
            <a:endParaRPr>
              <a:latin typeface="Lexend Light"/>
              <a:ea typeface="Lexend Light"/>
              <a:cs typeface="Lexend Light"/>
              <a:sym typeface="Lexend Light"/>
            </a:endParaRPr>
          </a:p>
          <a:p>
            <a:pPr indent="0" lvl="0" marL="0" marR="0" rtl="0" algn="l">
              <a:lnSpc>
                <a:spcPct val="100000"/>
              </a:lnSpc>
              <a:spcBef>
                <a:spcPts val="0"/>
              </a:spcBef>
              <a:spcAft>
                <a:spcPts val="0"/>
              </a:spcAft>
              <a:buNone/>
            </a:pPr>
            <a:r>
              <a:rPr i="0" lang="en-GB" sz="1200" u="none" cap="none" strike="noStrike">
                <a:solidFill>
                  <a:srgbClr val="1A4276"/>
                </a:solidFill>
                <a:latin typeface="Lexend Light"/>
                <a:ea typeface="Lexend Light"/>
                <a:cs typeface="Lexend Light"/>
                <a:sym typeface="Lexend Light"/>
              </a:rPr>
              <a:t>Key Features &amp; Benefits</a:t>
            </a:r>
            <a:endParaRPr>
              <a:latin typeface="Lexend Light"/>
              <a:ea typeface="Lexend Light"/>
              <a:cs typeface="Lexend Light"/>
              <a:sym typeface="Lexend Light"/>
            </a:endParaRPr>
          </a:p>
          <a:p>
            <a:pPr indent="-76200" lvl="0" marL="0" marR="0" rtl="0" algn="l">
              <a:lnSpc>
                <a:spcPct val="100000"/>
              </a:lnSpc>
              <a:spcBef>
                <a:spcPts val="0"/>
              </a:spcBef>
              <a:spcAft>
                <a:spcPts val="0"/>
              </a:spcAft>
              <a:buClr>
                <a:srgbClr val="000000"/>
              </a:buClr>
              <a:buSzPts val="1200"/>
              <a:buFont typeface="Lexend Light"/>
              <a:buChar char="•"/>
            </a:pPr>
            <a:r>
              <a:rPr i="0" lang="en-GB" sz="1200" u="none" cap="none" strike="noStrike">
                <a:solidFill>
                  <a:srgbClr val="1A4276"/>
                </a:solidFill>
                <a:latin typeface="Lexend Light"/>
                <a:ea typeface="Lexend Light"/>
                <a:cs typeface="Lexend Light"/>
                <a:sym typeface="Lexend Light"/>
              </a:rPr>
              <a:t>Free financial planning and expert advice</a:t>
            </a:r>
            <a:endParaRPr>
              <a:latin typeface="Lexend Light"/>
              <a:ea typeface="Lexend Light"/>
              <a:cs typeface="Lexend Light"/>
              <a:sym typeface="Lexend Light"/>
            </a:endParaRPr>
          </a:p>
          <a:p>
            <a:pPr indent="-76200" lvl="0" marL="0" marR="0" rtl="0" algn="l">
              <a:lnSpc>
                <a:spcPct val="100000"/>
              </a:lnSpc>
              <a:spcBef>
                <a:spcPts val="0"/>
              </a:spcBef>
              <a:spcAft>
                <a:spcPts val="0"/>
              </a:spcAft>
              <a:buClr>
                <a:srgbClr val="000000"/>
              </a:buClr>
              <a:buSzPts val="1200"/>
              <a:buFont typeface="Lexend Light"/>
              <a:buChar char="•"/>
            </a:pPr>
            <a:r>
              <a:rPr i="0" lang="en-GB" sz="1200" u="none" cap="none" strike="noStrike">
                <a:solidFill>
                  <a:srgbClr val="1A4276"/>
                </a:solidFill>
                <a:latin typeface="Lexend Light"/>
                <a:ea typeface="Lexend Light"/>
                <a:cs typeface="Lexend Light"/>
                <a:sym typeface="Lexend Light"/>
              </a:rPr>
              <a:t>Repayment period of up to 36 months</a:t>
            </a:r>
            <a:endParaRPr>
              <a:latin typeface="Lexend Light"/>
              <a:ea typeface="Lexend Light"/>
              <a:cs typeface="Lexend Light"/>
              <a:sym typeface="Lexend Light"/>
            </a:endParaRPr>
          </a:p>
          <a:p>
            <a:pPr indent="-76200" lvl="0" marL="0" marR="0" rtl="0" algn="l">
              <a:lnSpc>
                <a:spcPct val="100000"/>
              </a:lnSpc>
              <a:spcBef>
                <a:spcPts val="0"/>
              </a:spcBef>
              <a:spcAft>
                <a:spcPts val="0"/>
              </a:spcAft>
              <a:buClr>
                <a:srgbClr val="000000"/>
              </a:buClr>
              <a:buSzPts val="1200"/>
              <a:buFont typeface="Lexend Light"/>
              <a:buChar char="•"/>
            </a:pPr>
            <a:r>
              <a:rPr i="0" lang="en-GB" sz="1200" u="none" cap="none" strike="noStrike">
                <a:solidFill>
                  <a:srgbClr val="1A4276"/>
                </a:solidFill>
                <a:latin typeface="Lexend Light"/>
                <a:ea typeface="Lexend Light"/>
                <a:cs typeface="Lexend Light"/>
                <a:sym typeface="Lexend Light"/>
              </a:rPr>
              <a:t>Competitive profit rates</a:t>
            </a:r>
            <a:endParaRPr>
              <a:latin typeface="Lexend Light"/>
              <a:ea typeface="Lexend Light"/>
              <a:cs typeface="Lexend Light"/>
              <a:sym typeface="Lexend Light"/>
            </a:endParaRPr>
          </a:p>
          <a:p>
            <a:pPr indent="-76200" lvl="0" marL="0" marR="0" rtl="0" algn="l">
              <a:lnSpc>
                <a:spcPct val="100000"/>
              </a:lnSpc>
              <a:spcBef>
                <a:spcPts val="0"/>
              </a:spcBef>
              <a:spcAft>
                <a:spcPts val="0"/>
              </a:spcAft>
              <a:buClr>
                <a:srgbClr val="000000"/>
              </a:buClr>
              <a:buSzPts val="1200"/>
              <a:buFont typeface="Lexend Light"/>
              <a:buChar char="•"/>
            </a:pPr>
            <a:r>
              <a:rPr i="0" lang="en-GB" sz="1200" u="none" cap="none" strike="noStrike">
                <a:solidFill>
                  <a:srgbClr val="1A4276"/>
                </a:solidFill>
                <a:latin typeface="Lexend Light"/>
                <a:ea typeface="Lexend Light"/>
                <a:cs typeface="Lexend Light"/>
                <a:sym typeface="Lexend Light"/>
              </a:rPr>
              <a:t>Sharia-compliant</a:t>
            </a:r>
            <a:endParaRPr>
              <a:latin typeface="Lexend Light"/>
              <a:ea typeface="Lexend Light"/>
              <a:cs typeface="Lexend Light"/>
              <a:sym typeface="Lexend Light"/>
            </a:endParaRPr>
          </a:p>
          <a:p>
            <a:pPr indent="0" lvl="0" marL="0" marR="0" rtl="0" algn="l">
              <a:lnSpc>
                <a:spcPct val="100000"/>
              </a:lnSpc>
              <a:spcBef>
                <a:spcPts val="0"/>
              </a:spcBef>
              <a:spcAft>
                <a:spcPts val="0"/>
              </a:spcAft>
              <a:buNone/>
            </a:pPr>
            <a:r>
              <a:rPr i="0" lang="en-GB" sz="1200" u="none" cap="none" strike="noStrike">
                <a:solidFill>
                  <a:srgbClr val="1A4276"/>
                </a:solidFill>
                <a:latin typeface="Lexend Light"/>
                <a:ea typeface="Lexend Light"/>
                <a:cs typeface="Lexend Light"/>
                <a:sym typeface="Lexend Light"/>
              </a:rPr>
              <a:t> </a:t>
            </a:r>
            <a:endParaRPr>
              <a:latin typeface="Lexend Light"/>
              <a:ea typeface="Lexend Light"/>
              <a:cs typeface="Lexend Light"/>
              <a:sym typeface="Lexend Light"/>
            </a:endParaRPr>
          </a:p>
          <a:p>
            <a:pPr indent="0" lvl="0" marL="0" marR="0" rtl="0" algn="l">
              <a:lnSpc>
                <a:spcPct val="100000"/>
              </a:lnSpc>
              <a:spcBef>
                <a:spcPts val="0"/>
              </a:spcBef>
              <a:spcAft>
                <a:spcPts val="0"/>
              </a:spcAft>
              <a:buNone/>
            </a:pPr>
            <a:r>
              <a:rPr i="0" lang="en-GB" sz="1200" u="none" cap="none" strike="noStrike">
                <a:solidFill>
                  <a:srgbClr val="1A4276"/>
                </a:solidFill>
                <a:latin typeface="Lexend Light"/>
                <a:ea typeface="Lexend Light"/>
                <a:cs typeface="Lexend Light"/>
                <a:sym typeface="Lexend Light"/>
              </a:rPr>
              <a:t>Requirements</a:t>
            </a:r>
            <a:endParaRPr>
              <a:latin typeface="Lexend Light"/>
              <a:ea typeface="Lexend Light"/>
              <a:cs typeface="Lexend Light"/>
              <a:sym typeface="Lexend Light"/>
            </a:endParaRPr>
          </a:p>
          <a:p>
            <a:pPr indent="-76200" lvl="0" marL="0" marR="0" rtl="0" algn="l">
              <a:lnSpc>
                <a:spcPct val="100000"/>
              </a:lnSpc>
              <a:spcBef>
                <a:spcPts val="0"/>
              </a:spcBef>
              <a:spcAft>
                <a:spcPts val="0"/>
              </a:spcAft>
              <a:buClr>
                <a:srgbClr val="000000"/>
              </a:buClr>
              <a:buSzPts val="1200"/>
              <a:buFont typeface="Lexend Light"/>
              <a:buAutoNum type="arabicPeriod"/>
            </a:pPr>
            <a:r>
              <a:rPr i="0" lang="en-GB" sz="1200" u="none" cap="none" strike="noStrike">
                <a:solidFill>
                  <a:srgbClr val="1A4276"/>
                </a:solidFill>
                <a:latin typeface="Lexend Light"/>
                <a:ea typeface="Lexend Light"/>
                <a:cs typeface="Lexend Light"/>
                <a:sym typeface="Lexend Light"/>
              </a:rPr>
              <a:t>Guarantee letter or property collateral;</a:t>
            </a:r>
            <a:endParaRPr>
              <a:latin typeface="Lexend Light"/>
              <a:ea typeface="Lexend Light"/>
              <a:cs typeface="Lexend Light"/>
              <a:sym typeface="Lexend Light"/>
            </a:endParaRPr>
          </a:p>
          <a:p>
            <a:pPr indent="-76200" lvl="0" marL="0" marR="0" rtl="0" algn="l">
              <a:lnSpc>
                <a:spcPct val="100000"/>
              </a:lnSpc>
              <a:spcBef>
                <a:spcPts val="0"/>
              </a:spcBef>
              <a:spcAft>
                <a:spcPts val="0"/>
              </a:spcAft>
              <a:buClr>
                <a:srgbClr val="000000"/>
              </a:buClr>
              <a:buSzPts val="1200"/>
              <a:buFont typeface="Lexend Light"/>
              <a:buAutoNum type="arabicPeriod"/>
            </a:pPr>
            <a:r>
              <a:rPr i="0" lang="en-GB" sz="1200" u="none" cap="none" strike="noStrike">
                <a:solidFill>
                  <a:srgbClr val="1A4276"/>
                </a:solidFill>
                <a:latin typeface="Lexend Light"/>
                <a:ea typeface="Lexend Light"/>
                <a:cs typeface="Lexend Light"/>
                <a:sym typeface="Lexend Light"/>
              </a:rPr>
              <a:t>Copy of Title Deed and other ownership documents of the property being purchased</a:t>
            </a:r>
            <a:endParaRPr>
              <a:latin typeface="Lexend Light"/>
              <a:ea typeface="Lexend Light"/>
              <a:cs typeface="Lexend Light"/>
              <a:sym typeface="Lexend Light"/>
            </a:endParaRPr>
          </a:p>
          <a:p>
            <a:pPr indent="-76200" lvl="0" marL="0" marR="0" rtl="0" algn="l">
              <a:lnSpc>
                <a:spcPct val="100000"/>
              </a:lnSpc>
              <a:spcBef>
                <a:spcPts val="0"/>
              </a:spcBef>
              <a:spcAft>
                <a:spcPts val="0"/>
              </a:spcAft>
              <a:buClr>
                <a:srgbClr val="000000"/>
              </a:buClr>
              <a:buSzPts val="1200"/>
              <a:buFont typeface="Lexend Light"/>
              <a:buAutoNum type="arabicPeriod"/>
            </a:pPr>
            <a:r>
              <a:rPr i="0" lang="en-GB" sz="1200" u="none" cap="none" strike="noStrike">
                <a:solidFill>
                  <a:srgbClr val="1A4276"/>
                </a:solidFill>
                <a:latin typeface="Lexend Light"/>
                <a:ea typeface="Lexend Light"/>
                <a:cs typeface="Lexend Light"/>
                <a:sym typeface="Lexend Light"/>
              </a:rPr>
              <a:t>Proof of 30% down payment</a:t>
            </a:r>
            <a:endParaRPr>
              <a:latin typeface="Lexend Light"/>
              <a:ea typeface="Lexend Light"/>
              <a:cs typeface="Lexend Light"/>
              <a:sym typeface="Lexend Light"/>
            </a:endParaRPr>
          </a:p>
          <a:p>
            <a:pPr indent="-76200" lvl="0" marL="0" marR="0" rtl="0" algn="l">
              <a:lnSpc>
                <a:spcPct val="100000"/>
              </a:lnSpc>
              <a:spcBef>
                <a:spcPts val="0"/>
              </a:spcBef>
              <a:spcAft>
                <a:spcPts val="0"/>
              </a:spcAft>
              <a:buClr>
                <a:srgbClr val="000000"/>
              </a:buClr>
              <a:buSzPts val="1200"/>
              <a:buFont typeface="Lexend Light"/>
              <a:buAutoNum type="arabicPeriod"/>
            </a:pPr>
            <a:r>
              <a:rPr i="0" lang="en-GB" sz="1200" u="none" cap="none" strike="noStrike">
                <a:solidFill>
                  <a:srgbClr val="1A4276"/>
                </a:solidFill>
                <a:latin typeface="Lexend Light"/>
                <a:ea typeface="Lexend Light"/>
                <a:cs typeface="Lexend Light"/>
                <a:sym typeface="Lexend Light"/>
              </a:rPr>
              <a:t>Letter of introduction from employer (if employed)</a:t>
            </a:r>
            <a:endParaRPr>
              <a:latin typeface="Lexend Light"/>
              <a:ea typeface="Lexend Light"/>
              <a:cs typeface="Lexend Light"/>
              <a:sym typeface="Lexend Light"/>
            </a:endParaRPr>
          </a:p>
          <a:p>
            <a:pPr indent="-76200" lvl="0" marL="0" marR="0" rtl="0" algn="l">
              <a:lnSpc>
                <a:spcPct val="100000"/>
              </a:lnSpc>
              <a:spcBef>
                <a:spcPts val="0"/>
              </a:spcBef>
              <a:spcAft>
                <a:spcPts val="0"/>
              </a:spcAft>
              <a:buClr>
                <a:srgbClr val="000000"/>
              </a:buClr>
              <a:buSzPts val="1200"/>
              <a:buFont typeface="Lexend Light"/>
              <a:buAutoNum type="arabicPeriod"/>
            </a:pPr>
            <a:r>
              <a:rPr i="0" lang="en-GB" sz="1200" u="none" cap="none" strike="noStrike">
                <a:solidFill>
                  <a:srgbClr val="1A4276"/>
                </a:solidFill>
                <a:latin typeface="Lexend Light"/>
                <a:ea typeface="Lexend Light"/>
                <a:cs typeface="Lexend Light"/>
                <a:sym typeface="Lexend Light"/>
              </a:rPr>
              <a:t>Certified bank statements for the last 6 months</a:t>
            </a:r>
            <a:endParaRPr>
              <a:latin typeface="Lexend Light"/>
              <a:ea typeface="Lexend Light"/>
              <a:cs typeface="Lexend Light"/>
              <a:sym typeface="Lexend Light"/>
            </a:endParaRPr>
          </a:p>
          <a:p>
            <a:pPr indent="-76200" lvl="0" marL="0" marR="0" rtl="0" algn="l">
              <a:lnSpc>
                <a:spcPct val="100000"/>
              </a:lnSpc>
              <a:spcBef>
                <a:spcPts val="0"/>
              </a:spcBef>
              <a:spcAft>
                <a:spcPts val="0"/>
              </a:spcAft>
              <a:buClr>
                <a:srgbClr val="000000"/>
              </a:buClr>
              <a:buSzPts val="1200"/>
              <a:buFont typeface="Lexend Light"/>
              <a:buAutoNum type="arabicPeriod"/>
            </a:pPr>
            <a:r>
              <a:rPr i="0" lang="en-GB" sz="1200" u="none" cap="none" strike="noStrike">
                <a:solidFill>
                  <a:srgbClr val="1A4276"/>
                </a:solidFill>
                <a:latin typeface="Lexend Light"/>
                <a:ea typeface="Lexend Light"/>
                <a:cs typeface="Lexend Light"/>
                <a:sym typeface="Lexend Light"/>
              </a:rPr>
              <a:t>Copy of ID/Passport and 3 passport size photos</a:t>
            </a:r>
            <a:endParaRPr>
              <a:latin typeface="Lexend Light"/>
              <a:ea typeface="Lexend Light"/>
              <a:cs typeface="Lexend Light"/>
              <a:sym typeface="Lexend Light"/>
            </a:endParaRPr>
          </a:p>
        </p:txBody>
      </p:sp>
      <p:pic>
        <p:nvPicPr>
          <p:cNvPr id="362" name="Google Shape;362;p44"/>
          <p:cNvPicPr preferRelativeResize="0"/>
          <p:nvPr/>
        </p:nvPicPr>
        <p:blipFill rotWithShape="1">
          <a:blip r:embed="rId4">
            <a:alphaModFix/>
          </a:blip>
          <a:srcRect b="0" l="0" r="0" t="0"/>
          <a:stretch/>
        </p:blipFill>
        <p:spPr>
          <a:xfrm>
            <a:off x="6481774" y="2097740"/>
            <a:ext cx="2473314" cy="164726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366" name="Shape 366"/>
        <p:cNvGrpSpPr/>
        <p:nvPr/>
      </p:nvGrpSpPr>
      <p:grpSpPr>
        <a:xfrm>
          <a:off x="0" y="0"/>
          <a:ext cx="0" cy="0"/>
          <a:chOff x="0" y="0"/>
          <a:chExt cx="0" cy="0"/>
        </a:xfrm>
      </p:grpSpPr>
      <p:pic>
        <p:nvPicPr>
          <p:cNvPr id="367" name="Google Shape;367;p45"/>
          <p:cNvPicPr preferRelativeResize="0"/>
          <p:nvPr/>
        </p:nvPicPr>
        <p:blipFill rotWithShape="1">
          <a:blip r:embed="rId3">
            <a:alphaModFix/>
          </a:blip>
          <a:srcRect b="0" l="0" r="0" t="0"/>
          <a:stretch/>
        </p:blipFill>
        <p:spPr>
          <a:xfrm>
            <a:off x="8291564" y="173255"/>
            <a:ext cx="638458" cy="394753"/>
          </a:xfrm>
          <a:prstGeom prst="rect">
            <a:avLst/>
          </a:prstGeom>
          <a:noFill/>
          <a:ln>
            <a:noFill/>
          </a:ln>
        </p:spPr>
      </p:pic>
      <p:grpSp>
        <p:nvGrpSpPr>
          <p:cNvPr id="368" name="Google Shape;368;p45"/>
          <p:cNvGrpSpPr/>
          <p:nvPr/>
        </p:nvGrpSpPr>
        <p:grpSpPr>
          <a:xfrm>
            <a:off x="611321" y="663118"/>
            <a:ext cx="8564529" cy="62974"/>
            <a:chOff x="0" y="0"/>
            <a:chExt cx="8564527" cy="62973"/>
          </a:xfrm>
        </p:grpSpPr>
        <p:sp>
          <p:nvSpPr>
            <p:cNvPr id="369" name="Google Shape;369;p45"/>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370" name="Google Shape;370;p45"/>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371" name="Google Shape;371;p45"/>
          <p:cNvSpPr/>
          <p:nvPr/>
        </p:nvSpPr>
        <p:spPr>
          <a:xfrm>
            <a:off x="611326" y="147375"/>
            <a:ext cx="6047700" cy="841200"/>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INVESTMENT AND FINANCING</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372" name="Google Shape;372;p45"/>
          <p:cNvSpPr/>
          <p:nvPr/>
        </p:nvSpPr>
        <p:spPr>
          <a:xfrm>
            <a:off x="611320" y="876964"/>
            <a:ext cx="8109879" cy="779701"/>
          </a:xfrm>
          <a:prstGeom prst="rect">
            <a:avLst/>
          </a:prstGeom>
          <a:noFill/>
          <a:ln>
            <a:noFill/>
          </a:ln>
        </p:spPr>
        <p:txBody>
          <a:bodyPr anchorCtr="0" anchor="t" bIns="50800" lIns="50800" spcFirstLastPara="1" rIns="50800" wrap="square" tIns="50800">
            <a:spAutoFit/>
          </a:bodyPr>
          <a:lstStyle/>
          <a:p>
            <a:pPr indent="0" lvl="0" marL="0" marR="0" rtl="0" algn="l">
              <a:lnSpc>
                <a:spcPct val="100000"/>
              </a:lnSpc>
              <a:spcBef>
                <a:spcPts val="0"/>
              </a:spcBef>
              <a:spcAft>
                <a:spcPts val="0"/>
              </a:spcAft>
              <a:buNone/>
            </a:pPr>
            <a:r>
              <a:rPr b="1" i="0" lang="en-GB" sz="1600" u="none" cap="none" strike="noStrike">
                <a:solidFill>
                  <a:srgbClr val="002060"/>
                </a:solidFill>
                <a:latin typeface="Arial"/>
                <a:ea typeface="Arial"/>
                <a:cs typeface="Arial"/>
                <a:sym typeface="Arial"/>
              </a:rPr>
              <a:t>Business Trade Financing</a:t>
            </a:r>
            <a:endParaRPr/>
          </a:p>
          <a:p>
            <a:pPr indent="0" lvl="0" marL="0" marR="0" rtl="0" algn="l">
              <a:lnSpc>
                <a:spcPct val="100000"/>
              </a:lnSpc>
              <a:spcBef>
                <a:spcPts val="0"/>
              </a:spcBef>
              <a:spcAft>
                <a:spcPts val="0"/>
              </a:spcAft>
              <a:buNone/>
            </a:pPr>
            <a:br>
              <a:rPr b="0" i="0" lang="en-GB" sz="1600" u="none" cap="none" strike="noStrike">
                <a:solidFill>
                  <a:srgbClr val="666666"/>
                </a:solidFill>
                <a:latin typeface="Montserrat"/>
                <a:ea typeface="Montserrat"/>
                <a:cs typeface="Montserrat"/>
                <a:sym typeface="Montserrat"/>
              </a:rPr>
            </a:br>
            <a:endParaRPr b="0" i="0" sz="1200" u="none" cap="none" strike="noStrike">
              <a:solidFill>
                <a:srgbClr val="1A4276"/>
              </a:solidFill>
              <a:latin typeface="Trebuchet MS"/>
              <a:ea typeface="Trebuchet MS"/>
              <a:cs typeface="Trebuchet MS"/>
              <a:sym typeface="Trebuchet MS"/>
            </a:endParaRPr>
          </a:p>
        </p:txBody>
      </p:sp>
      <p:sp>
        <p:nvSpPr>
          <p:cNvPr id="373" name="Google Shape;373;p45"/>
          <p:cNvSpPr/>
          <p:nvPr/>
        </p:nvSpPr>
        <p:spPr>
          <a:xfrm>
            <a:off x="544475" y="1297592"/>
            <a:ext cx="8243568" cy="2872581"/>
          </a:xfrm>
          <a:prstGeom prst="rect">
            <a:avLst/>
          </a:prstGeom>
          <a:noFill/>
          <a:ln>
            <a:noFill/>
          </a:ln>
        </p:spPr>
        <p:txBody>
          <a:bodyPr anchorCtr="0" anchor="t" bIns="50800" lIns="50800" spcFirstLastPara="1" rIns="50800" wrap="square" tIns="50800">
            <a:spAutoFit/>
          </a:bodyPr>
          <a:lstStyle/>
          <a:p>
            <a:pPr indent="0" lvl="0" marL="0" marR="0" rtl="0" algn="l">
              <a:lnSpc>
                <a:spcPct val="150000"/>
              </a:lnSpc>
              <a:spcBef>
                <a:spcPts val="0"/>
              </a:spcBef>
              <a:spcAft>
                <a:spcPts val="0"/>
              </a:spcAft>
              <a:buNone/>
            </a:pPr>
            <a:r>
              <a:rPr b="0" i="0" lang="en-GB" sz="1200" u="none" cap="none" strike="noStrike">
                <a:solidFill>
                  <a:srgbClr val="1A4276"/>
                </a:solidFill>
                <a:latin typeface="Trebuchet MS"/>
                <a:ea typeface="Trebuchet MS"/>
                <a:cs typeface="Trebuchet MS"/>
                <a:sym typeface="Trebuchet MS"/>
              </a:rPr>
              <a:t>We offer long, medium, and short term financing for business expansion and acquisition of commercial property. This facility is ideal for businesses that require extra funds on an ongoing basis to enable them to meet and satisfy their trading requirements.</a:t>
            </a:r>
            <a:endParaRPr/>
          </a:p>
          <a:p>
            <a:pPr indent="0" lvl="0" marL="0" marR="0" rtl="0" algn="l">
              <a:lnSpc>
                <a:spcPct val="100000"/>
              </a:lnSpc>
              <a:spcBef>
                <a:spcPts val="0"/>
              </a:spcBef>
              <a:spcAft>
                <a:spcPts val="0"/>
              </a:spcAft>
              <a:buNone/>
            </a:pPr>
            <a:r>
              <a:t/>
            </a:r>
            <a:endParaRPr b="0" i="0" sz="1200" u="none" cap="none" strike="noStrike">
              <a:solidFill>
                <a:srgbClr val="1A4276"/>
              </a:solidFill>
              <a:latin typeface="Trebuchet MS"/>
              <a:ea typeface="Trebuchet MS"/>
              <a:cs typeface="Trebuchet MS"/>
              <a:sym typeface="Trebuchet MS"/>
            </a:endParaRPr>
          </a:p>
          <a:p>
            <a:pPr indent="0" lvl="0" marL="0" marR="0" rtl="0" algn="l">
              <a:lnSpc>
                <a:spcPct val="100000"/>
              </a:lnSpc>
              <a:spcBef>
                <a:spcPts val="0"/>
              </a:spcBef>
              <a:spcAft>
                <a:spcPts val="0"/>
              </a:spcAft>
              <a:buNone/>
            </a:pPr>
            <a:r>
              <a:rPr b="0" i="0" lang="en-GB" sz="1200" u="none" cap="none" strike="noStrike">
                <a:solidFill>
                  <a:srgbClr val="1A4276"/>
                </a:solidFill>
                <a:latin typeface="Trebuchet MS"/>
                <a:ea typeface="Trebuchet MS"/>
                <a:cs typeface="Trebuchet MS"/>
                <a:sym typeface="Trebuchet MS"/>
              </a:rPr>
              <a:t>Financing Options Include:</a:t>
            </a:r>
            <a:endParaRPr/>
          </a:p>
          <a:p>
            <a:pPr indent="0" lvl="0" marL="0" marR="0" rtl="0" algn="l">
              <a:lnSpc>
                <a:spcPct val="100000"/>
              </a:lnSpc>
              <a:spcBef>
                <a:spcPts val="0"/>
              </a:spcBef>
              <a:spcAft>
                <a:spcPts val="0"/>
              </a:spcAft>
              <a:buNone/>
            </a:pPr>
            <a:r>
              <a:t/>
            </a:r>
            <a:endParaRPr b="0" i="0" sz="1200" u="none" cap="none" strike="noStrike">
              <a:solidFill>
                <a:srgbClr val="1A4276"/>
              </a:solidFill>
              <a:latin typeface="Trebuchet MS"/>
              <a:ea typeface="Trebuchet MS"/>
              <a:cs typeface="Trebuchet MS"/>
              <a:sym typeface="Trebuchet MS"/>
            </a:endParaRPr>
          </a:p>
          <a:p>
            <a:pPr indent="-171450" lvl="0" marL="171450" marR="0" rtl="0" algn="l">
              <a:lnSpc>
                <a:spcPct val="150000"/>
              </a:lnSpc>
              <a:spcBef>
                <a:spcPts val="0"/>
              </a:spcBef>
              <a:spcAft>
                <a:spcPts val="0"/>
              </a:spcAft>
              <a:buClr>
                <a:srgbClr val="000000"/>
              </a:buClr>
              <a:buSzPts val="1200"/>
              <a:buFont typeface="Arial"/>
              <a:buChar char="•"/>
            </a:pPr>
            <a:r>
              <a:rPr b="0" i="0" lang="en-GB" sz="1200" u="none" cap="none" strike="noStrike">
                <a:solidFill>
                  <a:srgbClr val="1A4276"/>
                </a:solidFill>
                <a:latin typeface="Trebuchet MS"/>
                <a:ea typeface="Trebuchet MS"/>
                <a:cs typeface="Trebuchet MS"/>
                <a:sym typeface="Trebuchet MS"/>
              </a:rPr>
              <a:t>Letters of Credit</a:t>
            </a:r>
            <a:endParaRPr/>
          </a:p>
          <a:p>
            <a:pPr indent="-171450" lvl="0" marL="171450" marR="0" rtl="0" algn="l">
              <a:lnSpc>
                <a:spcPct val="150000"/>
              </a:lnSpc>
              <a:spcBef>
                <a:spcPts val="0"/>
              </a:spcBef>
              <a:spcAft>
                <a:spcPts val="0"/>
              </a:spcAft>
              <a:buClr>
                <a:srgbClr val="000000"/>
              </a:buClr>
              <a:buSzPts val="1200"/>
              <a:buFont typeface="Arial"/>
              <a:buChar char="•"/>
            </a:pPr>
            <a:r>
              <a:rPr b="0" i="0" lang="en-GB" sz="1200" u="none" cap="none" strike="noStrike">
                <a:solidFill>
                  <a:srgbClr val="1A4276"/>
                </a:solidFill>
                <a:latin typeface="Trebuchet MS"/>
                <a:ea typeface="Trebuchet MS"/>
                <a:cs typeface="Trebuchet MS"/>
                <a:sym typeface="Trebuchet MS"/>
              </a:rPr>
              <a:t>Shipping Guarantees</a:t>
            </a:r>
            <a:endParaRPr/>
          </a:p>
          <a:p>
            <a:pPr indent="-171450" lvl="0" marL="171450" marR="0" rtl="0" algn="l">
              <a:lnSpc>
                <a:spcPct val="150000"/>
              </a:lnSpc>
              <a:spcBef>
                <a:spcPts val="0"/>
              </a:spcBef>
              <a:spcAft>
                <a:spcPts val="0"/>
              </a:spcAft>
              <a:buClr>
                <a:srgbClr val="000000"/>
              </a:buClr>
              <a:buSzPts val="1200"/>
              <a:buFont typeface="Arial"/>
              <a:buChar char="•"/>
            </a:pPr>
            <a:r>
              <a:rPr b="0" i="0" lang="en-GB" sz="1200" u="none" cap="none" strike="noStrike">
                <a:solidFill>
                  <a:srgbClr val="1A4276"/>
                </a:solidFill>
                <a:latin typeface="Trebuchet MS"/>
                <a:ea typeface="Trebuchet MS"/>
                <a:cs typeface="Trebuchet MS"/>
                <a:sym typeface="Trebuchet MS"/>
              </a:rPr>
              <a:t>Bank Guarantees</a:t>
            </a:r>
            <a:endParaRPr/>
          </a:p>
          <a:p>
            <a:pPr indent="-171450" lvl="0" marL="171450" marR="0" rtl="0" algn="l">
              <a:lnSpc>
                <a:spcPct val="150000"/>
              </a:lnSpc>
              <a:spcBef>
                <a:spcPts val="0"/>
              </a:spcBef>
              <a:spcAft>
                <a:spcPts val="0"/>
              </a:spcAft>
              <a:buClr>
                <a:srgbClr val="000000"/>
              </a:buClr>
              <a:buSzPts val="1200"/>
              <a:buFont typeface="Arial"/>
              <a:buChar char="•"/>
            </a:pPr>
            <a:r>
              <a:rPr b="0" i="0" lang="en-GB" sz="1200" u="none" cap="none" strike="noStrike">
                <a:solidFill>
                  <a:srgbClr val="1A4276"/>
                </a:solidFill>
                <a:latin typeface="Trebuchet MS"/>
                <a:ea typeface="Trebuchet MS"/>
                <a:cs typeface="Trebuchet MS"/>
                <a:sym typeface="Trebuchet MS"/>
              </a:rPr>
              <a:t>Import Financing</a:t>
            </a:r>
            <a:endParaRPr/>
          </a:p>
          <a:p>
            <a:pPr indent="-171450" lvl="0" marL="171450" marR="0" rtl="0" algn="l">
              <a:lnSpc>
                <a:spcPct val="150000"/>
              </a:lnSpc>
              <a:spcBef>
                <a:spcPts val="0"/>
              </a:spcBef>
              <a:spcAft>
                <a:spcPts val="0"/>
              </a:spcAft>
              <a:buClr>
                <a:srgbClr val="000000"/>
              </a:buClr>
              <a:buSzPts val="1200"/>
              <a:buFont typeface="Arial"/>
              <a:buChar char="•"/>
            </a:pPr>
            <a:r>
              <a:rPr b="0" i="0" lang="en-GB" sz="1200" u="none" cap="none" strike="noStrike">
                <a:solidFill>
                  <a:srgbClr val="1A4276"/>
                </a:solidFill>
                <a:latin typeface="Trebuchet MS"/>
                <a:ea typeface="Trebuchet MS"/>
                <a:cs typeface="Trebuchet MS"/>
                <a:sym typeface="Trebuchet MS"/>
              </a:rPr>
              <a:t>Invoice Financing</a:t>
            </a:r>
            <a:endParaRPr b="0" i="0" sz="1200" u="none" cap="none" strike="noStrike">
              <a:solidFill>
                <a:srgbClr val="1A4276"/>
              </a:solidFill>
              <a:latin typeface="Trebuchet MS"/>
              <a:ea typeface="Trebuchet MS"/>
              <a:cs typeface="Trebuchet MS"/>
              <a:sym typeface="Trebuchet MS"/>
            </a:endParaRPr>
          </a:p>
        </p:txBody>
      </p:sp>
      <p:pic>
        <p:nvPicPr>
          <p:cNvPr id="374" name="Google Shape;374;p45"/>
          <p:cNvPicPr preferRelativeResize="0"/>
          <p:nvPr/>
        </p:nvPicPr>
        <p:blipFill rotWithShape="1">
          <a:blip r:embed="rId4">
            <a:alphaModFix/>
          </a:blip>
          <a:srcRect b="0" l="0" r="0" t="0"/>
          <a:stretch/>
        </p:blipFill>
        <p:spPr>
          <a:xfrm>
            <a:off x="4541138" y="2077293"/>
            <a:ext cx="4413950" cy="248284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378" name="Shape 378"/>
        <p:cNvGrpSpPr/>
        <p:nvPr/>
      </p:nvGrpSpPr>
      <p:grpSpPr>
        <a:xfrm>
          <a:off x="0" y="0"/>
          <a:ext cx="0" cy="0"/>
          <a:chOff x="0" y="0"/>
          <a:chExt cx="0" cy="0"/>
        </a:xfrm>
      </p:grpSpPr>
      <p:pic>
        <p:nvPicPr>
          <p:cNvPr id="379" name="Google Shape;379;p46"/>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380" name="Google Shape;380;p46"/>
          <p:cNvGrpSpPr/>
          <p:nvPr/>
        </p:nvGrpSpPr>
        <p:grpSpPr>
          <a:xfrm>
            <a:off x="611321" y="663118"/>
            <a:ext cx="8564529" cy="62974"/>
            <a:chOff x="0" y="0"/>
            <a:chExt cx="8564527" cy="62973"/>
          </a:xfrm>
        </p:grpSpPr>
        <p:sp>
          <p:nvSpPr>
            <p:cNvPr id="381" name="Google Shape;381;p46"/>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382" name="Google Shape;382;p46"/>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383" name="Google Shape;383;p46"/>
          <p:cNvSpPr/>
          <p:nvPr/>
        </p:nvSpPr>
        <p:spPr>
          <a:xfrm>
            <a:off x="611321" y="147380"/>
            <a:ext cx="4697120"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ATM</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384" name="Google Shape;384;p46"/>
          <p:cNvSpPr/>
          <p:nvPr/>
        </p:nvSpPr>
        <p:spPr>
          <a:xfrm>
            <a:off x="658946" y="839758"/>
            <a:ext cx="8109879" cy="2257028"/>
          </a:xfrm>
          <a:prstGeom prst="rect">
            <a:avLst/>
          </a:prstGeom>
          <a:noFill/>
          <a:ln>
            <a:noFill/>
          </a:ln>
        </p:spPr>
        <p:txBody>
          <a:bodyPr anchorCtr="0" anchor="t" bIns="50800" lIns="50800" spcFirstLastPara="1" rIns="50800" wrap="square" tIns="50800">
            <a:spAutoFit/>
          </a:bodyPr>
          <a:lstStyle/>
          <a:p>
            <a:pPr indent="0" lvl="0" marL="0" marR="0" rtl="0" algn="l">
              <a:lnSpc>
                <a:spcPct val="100000"/>
              </a:lnSpc>
              <a:spcBef>
                <a:spcPts val="0"/>
              </a:spcBef>
              <a:spcAft>
                <a:spcPts val="0"/>
              </a:spcAft>
              <a:buNone/>
            </a:pPr>
            <a:r>
              <a:rPr b="0" i="0" lang="en-GB" sz="1400" u="none" cap="none" strike="noStrike">
                <a:solidFill>
                  <a:srgbClr val="1A4276"/>
                </a:solidFill>
                <a:latin typeface="Trebuchet MS"/>
                <a:ea typeface="Trebuchet MS"/>
                <a:cs typeface="Trebuchet MS"/>
                <a:sym typeface="Trebuchet MS"/>
              </a:rPr>
              <a:t>What is ATM?</a:t>
            </a:r>
            <a:endParaRPr/>
          </a:p>
          <a:p>
            <a:pPr indent="0" lvl="0" marL="0" marR="0" rtl="0" algn="l">
              <a:lnSpc>
                <a:spcPct val="100000"/>
              </a:lnSpc>
              <a:spcBef>
                <a:spcPts val="0"/>
              </a:spcBef>
              <a:spcAft>
                <a:spcPts val="0"/>
              </a:spcAft>
              <a:buNone/>
            </a:pPr>
            <a:r>
              <a:t/>
            </a:r>
            <a:endParaRPr b="0" i="0" sz="1400" u="none" cap="none" strike="noStrike">
              <a:solidFill>
                <a:srgbClr val="1A4276"/>
              </a:solidFill>
              <a:latin typeface="Trebuchet MS"/>
              <a:ea typeface="Trebuchet MS"/>
              <a:cs typeface="Trebuchet MS"/>
              <a:sym typeface="Trebuchet MS"/>
            </a:endParaRPr>
          </a:p>
          <a:p>
            <a:pPr indent="0" lvl="0" marL="0" marR="0" rtl="0" algn="l">
              <a:lnSpc>
                <a:spcPct val="100000"/>
              </a:lnSpc>
              <a:spcBef>
                <a:spcPts val="0"/>
              </a:spcBef>
              <a:spcAft>
                <a:spcPts val="0"/>
              </a:spcAft>
              <a:buNone/>
            </a:pPr>
            <a:r>
              <a:rPr b="0" i="0" lang="en-GB" sz="1400" u="none" cap="none" strike="noStrike">
                <a:solidFill>
                  <a:srgbClr val="1A4276"/>
                </a:solidFill>
                <a:latin typeface="Trebuchet MS"/>
                <a:ea typeface="Trebuchet MS"/>
                <a:cs typeface="Trebuchet MS"/>
                <a:sym typeface="Trebuchet MS"/>
              </a:rPr>
              <a:t>ATM An automated teller machine that allows you to complete bank transactions without the need to see a bank representative</a:t>
            </a:r>
            <a:endParaRPr b="0" i="0" sz="1400" u="none" cap="none" strike="noStrike">
              <a:solidFill>
                <a:srgbClr val="1A4276"/>
              </a:solidFill>
              <a:latin typeface="Trebuchet MS"/>
              <a:ea typeface="Trebuchet MS"/>
              <a:cs typeface="Trebuchet MS"/>
              <a:sym typeface="Trebuchet MS"/>
            </a:endParaRPr>
          </a:p>
          <a:p>
            <a:pPr indent="0" lvl="0" marL="40639" marR="40639" rtl="0" algn="l">
              <a:lnSpc>
                <a:spcPct val="150000"/>
              </a:lnSpc>
              <a:spcBef>
                <a:spcPts val="0"/>
              </a:spcBef>
              <a:spcAft>
                <a:spcPts val="0"/>
              </a:spcAft>
              <a:buNone/>
            </a:pPr>
            <a:r>
              <a:rPr b="0" i="0" lang="en-GB" sz="1400" u="none" cap="none" strike="noStrike">
                <a:solidFill>
                  <a:srgbClr val="1A4276"/>
                </a:solidFill>
                <a:latin typeface="Trebuchet MS"/>
                <a:ea typeface="Trebuchet MS"/>
                <a:cs typeface="Trebuchet MS"/>
                <a:sym typeface="Trebuchet MS"/>
              </a:rPr>
              <a:t>Your Premier Bank ATM card provides quick and easy access to your bank account and funds 24 hours a day, 7 days a week. Access your money in-person, online, and use your card to withdrawal cash from any ATM around the world. It’s not a credit card, but for safety and convenience.</a:t>
            </a:r>
            <a:endParaRPr/>
          </a:p>
          <a:p>
            <a:pPr indent="0" lvl="0" marL="40639" marR="40639" rtl="0" algn="l">
              <a:lnSpc>
                <a:spcPct val="150000"/>
              </a:lnSpc>
              <a:spcBef>
                <a:spcPts val="0"/>
              </a:spcBef>
              <a:spcAft>
                <a:spcPts val="0"/>
              </a:spcAft>
              <a:buNone/>
            </a:pPr>
            <a:r>
              <a:rPr b="1" i="0" lang="en-GB" sz="1400" u="none" cap="none" strike="noStrike">
                <a:solidFill>
                  <a:srgbClr val="92D050"/>
                </a:solidFill>
                <a:latin typeface="Bilbo"/>
                <a:ea typeface="Bilbo"/>
                <a:cs typeface="Bilbo"/>
                <a:sym typeface="Bilbo"/>
              </a:rPr>
              <a:t>The Larges ATM Network In Somalia</a:t>
            </a:r>
            <a:endParaRPr/>
          </a:p>
        </p:txBody>
      </p:sp>
      <p:pic>
        <p:nvPicPr>
          <p:cNvPr id="385" name="Google Shape;385;p46"/>
          <p:cNvPicPr preferRelativeResize="0"/>
          <p:nvPr/>
        </p:nvPicPr>
        <p:blipFill rotWithShape="1">
          <a:blip r:embed="rId4">
            <a:alphaModFix/>
          </a:blip>
          <a:srcRect b="0" l="0" r="0" t="0"/>
          <a:stretch/>
        </p:blipFill>
        <p:spPr>
          <a:xfrm>
            <a:off x="4792980" y="2827020"/>
            <a:ext cx="3975844" cy="205263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389" name="Shape 389"/>
        <p:cNvGrpSpPr/>
        <p:nvPr/>
      </p:nvGrpSpPr>
      <p:grpSpPr>
        <a:xfrm>
          <a:off x="0" y="0"/>
          <a:ext cx="0" cy="0"/>
          <a:chOff x="0" y="0"/>
          <a:chExt cx="0" cy="0"/>
        </a:xfrm>
      </p:grpSpPr>
      <p:pic>
        <p:nvPicPr>
          <p:cNvPr id="390" name="Google Shape;390;p47"/>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391" name="Google Shape;391;p47"/>
          <p:cNvGrpSpPr/>
          <p:nvPr/>
        </p:nvGrpSpPr>
        <p:grpSpPr>
          <a:xfrm>
            <a:off x="611321" y="663118"/>
            <a:ext cx="8564529" cy="62974"/>
            <a:chOff x="0" y="0"/>
            <a:chExt cx="8564527" cy="62973"/>
          </a:xfrm>
        </p:grpSpPr>
        <p:sp>
          <p:nvSpPr>
            <p:cNvPr id="392" name="Google Shape;392;p47"/>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393" name="Google Shape;393;p47"/>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394" name="Google Shape;394;p47"/>
          <p:cNvSpPr/>
          <p:nvPr/>
        </p:nvSpPr>
        <p:spPr>
          <a:xfrm>
            <a:off x="611321" y="147380"/>
            <a:ext cx="4697120"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ATM</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395" name="Google Shape;395;p47"/>
          <p:cNvSpPr/>
          <p:nvPr/>
        </p:nvSpPr>
        <p:spPr>
          <a:xfrm>
            <a:off x="611321" y="820708"/>
            <a:ext cx="3705186" cy="3057247"/>
          </a:xfrm>
          <a:prstGeom prst="rect">
            <a:avLst/>
          </a:prstGeom>
          <a:noFill/>
          <a:ln>
            <a:noFill/>
          </a:ln>
        </p:spPr>
        <p:txBody>
          <a:bodyPr anchorCtr="0" anchor="t" bIns="50800" lIns="50800" spcFirstLastPara="1" rIns="50800" wrap="square" tIns="50800">
            <a:spAutoFit/>
          </a:bodyPr>
          <a:lstStyle/>
          <a:p>
            <a:pPr indent="0" lvl="0" marL="40639" marR="40639" rtl="0" algn="just">
              <a:lnSpc>
                <a:spcPct val="150000"/>
              </a:lnSpc>
              <a:spcBef>
                <a:spcPts val="0"/>
              </a:spcBef>
              <a:spcAft>
                <a:spcPts val="0"/>
              </a:spcAft>
              <a:buNone/>
            </a:pPr>
            <a:r>
              <a:rPr b="0" i="0" lang="en-GB" sz="1600" u="none" cap="none" strike="noStrike">
                <a:solidFill>
                  <a:srgbClr val="92D050"/>
                </a:solidFill>
                <a:latin typeface="Trebuchet MS"/>
                <a:ea typeface="Trebuchet MS"/>
                <a:cs typeface="Trebuchet MS"/>
                <a:sym typeface="Trebuchet MS"/>
              </a:rPr>
              <a:t>ATM services/Features:</a:t>
            </a:r>
            <a:endParaRPr/>
          </a:p>
          <a:p>
            <a:pPr indent="0" lvl="0" marL="40639" marR="40639" rtl="0" algn="just">
              <a:lnSpc>
                <a:spcPct val="150000"/>
              </a:lnSpc>
              <a:spcBef>
                <a:spcPts val="0"/>
              </a:spcBef>
              <a:spcAft>
                <a:spcPts val="0"/>
              </a:spcAft>
              <a:buNone/>
            </a:pPr>
            <a:r>
              <a:t/>
            </a:r>
            <a:endParaRPr b="0" i="0" sz="1600" u="none" cap="none" strike="noStrike">
              <a:solidFill>
                <a:srgbClr val="1A4276"/>
              </a:solidFill>
              <a:latin typeface="Trebuchet MS"/>
              <a:ea typeface="Trebuchet MS"/>
              <a:cs typeface="Trebuchet MS"/>
              <a:sym typeface="Trebuchet MS"/>
            </a:endParaRPr>
          </a:p>
          <a:p>
            <a:pPr indent="-285750" lvl="0" marL="326389" marR="40639" rtl="0" algn="just">
              <a:lnSpc>
                <a:spcPct val="150000"/>
              </a:lnSpc>
              <a:spcBef>
                <a:spcPts val="0"/>
              </a:spcBef>
              <a:spcAft>
                <a:spcPts val="0"/>
              </a:spcAft>
              <a:buClr>
                <a:srgbClr val="1A4276"/>
              </a:buClr>
              <a:buSzPts val="1600"/>
              <a:buFont typeface="Arial"/>
              <a:buChar char="•"/>
            </a:pPr>
            <a:r>
              <a:rPr b="0" i="0" lang="en-GB" sz="1600" u="none" cap="none" strike="noStrike">
                <a:solidFill>
                  <a:srgbClr val="1A4276"/>
                </a:solidFill>
                <a:latin typeface="Trebuchet MS"/>
                <a:ea typeface="Trebuchet MS"/>
                <a:cs typeface="Trebuchet MS"/>
                <a:sym typeface="Trebuchet MS"/>
              </a:rPr>
              <a:t>Cash withdrawal</a:t>
            </a:r>
            <a:endParaRPr/>
          </a:p>
          <a:p>
            <a:pPr indent="-285750" lvl="0" marL="326389" marR="40639" rtl="0" algn="just">
              <a:lnSpc>
                <a:spcPct val="150000"/>
              </a:lnSpc>
              <a:spcBef>
                <a:spcPts val="0"/>
              </a:spcBef>
              <a:spcAft>
                <a:spcPts val="0"/>
              </a:spcAft>
              <a:buClr>
                <a:srgbClr val="1A4276"/>
              </a:buClr>
              <a:buSzPts val="1600"/>
              <a:buFont typeface="Arial"/>
              <a:buChar char="•"/>
            </a:pPr>
            <a:r>
              <a:rPr b="0" i="0" lang="en-GB" sz="1600" u="none" cap="none" strike="noStrike">
                <a:solidFill>
                  <a:srgbClr val="1A4276"/>
                </a:solidFill>
                <a:latin typeface="Trebuchet MS"/>
                <a:ea typeface="Trebuchet MS"/>
                <a:cs typeface="Trebuchet MS"/>
                <a:sym typeface="Trebuchet MS"/>
              </a:rPr>
              <a:t>Balance inquiry</a:t>
            </a:r>
            <a:endParaRPr/>
          </a:p>
          <a:p>
            <a:pPr indent="-285750" lvl="0" marL="326389" marR="40639" rtl="0" algn="just">
              <a:lnSpc>
                <a:spcPct val="150000"/>
              </a:lnSpc>
              <a:spcBef>
                <a:spcPts val="0"/>
              </a:spcBef>
              <a:spcAft>
                <a:spcPts val="0"/>
              </a:spcAft>
              <a:buClr>
                <a:srgbClr val="1A4276"/>
              </a:buClr>
              <a:buSzPts val="1600"/>
              <a:buFont typeface="Arial"/>
              <a:buChar char="•"/>
            </a:pPr>
            <a:r>
              <a:rPr b="0" i="0" lang="en-GB" sz="1600" u="none" cap="none" strike="noStrike">
                <a:solidFill>
                  <a:srgbClr val="1A4276"/>
                </a:solidFill>
                <a:latin typeface="Trebuchet MS"/>
                <a:ea typeface="Trebuchet MS"/>
                <a:cs typeface="Trebuchet MS"/>
                <a:sym typeface="Trebuchet MS"/>
              </a:rPr>
              <a:t>Mini-statement</a:t>
            </a:r>
            <a:endParaRPr/>
          </a:p>
          <a:p>
            <a:pPr indent="-285750" lvl="0" marL="326389" marR="40639" rtl="0" algn="just">
              <a:lnSpc>
                <a:spcPct val="150000"/>
              </a:lnSpc>
              <a:spcBef>
                <a:spcPts val="0"/>
              </a:spcBef>
              <a:spcAft>
                <a:spcPts val="0"/>
              </a:spcAft>
              <a:buClr>
                <a:srgbClr val="1A4276"/>
              </a:buClr>
              <a:buSzPts val="1600"/>
              <a:buFont typeface="Arial"/>
              <a:buChar char="•"/>
            </a:pPr>
            <a:r>
              <a:rPr b="0" i="0" lang="en-GB" sz="1600" u="none" cap="none" strike="noStrike">
                <a:solidFill>
                  <a:srgbClr val="1A4276"/>
                </a:solidFill>
                <a:latin typeface="Trebuchet MS"/>
                <a:ea typeface="Trebuchet MS"/>
                <a:cs typeface="Trebuchet MS"/>
                <a:sym typeface="Trebuchet MS"/>
              </a:rPr>
              <a:t>Cardless Withdrawal ( Wallet)</a:t>
            </a:r>
            <a:endParaRPr/>
          </a:p>
          <a:p>
            <a:pPr indent="-285750" lvl="0" marL="326389" marR="40639" rtl="0" algn="just">
              <a:lnSpc>
                <a:spcPct val="150000"/>
              </a:lnSpc>
              <a:spcBef>
                <a:spcPts val="0"/>
              </a:spcBef>
              <a:spcAft>
                <a:spcPts val="0"/>
              </a:spcAft>
              <a:buClr>
                <a:srgbClr val="1A4276"/>
              </a:buClr>
              <a:buSzPts val="1600"/>
              <a:buFont typeface="Arial"/>
              <a:buChar char="•"/>
            </a:pPr>
            <a:r>
              <a:rPr b="0" i="0" lang="en-GB" sz="1600" u="none" cap="none" strike="noStrike">
                <a:solidFill>
                  <a:srgbClr val="1A4276"/>
                </a:solidFill>
                <a:latin typeface="Trebuchet MS"/>
                <a:ea typeface="Trebuchet MS"/>
                <a:cs typeface="Trebuchet MS"/>
                <a:sym typeface="Trebuchet MS"/>
              </a:rPr>
              <a:t>And more</a:t>
            </a:r>
            <a:endParaRPr/>
          </a:p>
          <a:p>
            <a:pPr indent="0" lvl="0" marL="40639" marR="40639" rtl="0" algn="just">
              <a:lnSpc>
                <a:spcPct val="150000"/>
              </a:lnSpc>
              <a:spcBef>
                <a:spcPts val="0"/>
              </a:spcBef>
              <a:spcAft>
                <a:spcPts val="0"/>
              </a:spcAft>
              <a:buNone/>
            </a:pPr>
            <a:r>
              <a:t/>
            </a:r>
            <a:endParaRPr b="0" i="0" sz="1600" u="none" cap="none" strike="noStrike">
              <a:solidFill>
                <a:srgbClr val="1A4276"/>
              </a:solidFill>
              <a:latin typeface="Trebuchet MS"/>
              <a:ea typeface="Trebuchet MS"/>
              <a:cs typeface="Trebuchet MS"/>
              <a:sym typeface="Trebuchet MS"/>
            </a:endParaRPr>
          </a:p>
        </p:txBody>
      </p:sp>
      <p:pic>
        <p:nvPicPr>
          <p:cNvPr id="396" name="Google Shape;396;p47"/>
          <p:cNvPicPr preferRelativeResize="0"/>
          <p:nvPr/>
        </p:nvPicPr>
        <p:blipFill rotWithShape="1">
          <a:blip r:embed="rId4">
            <a:alphaModFix/>
          </a:blip>
          <a:srcRect b="0" l="0" r="0" t="0"/>
          <a:stretch/>
        </p:blipFill>
        <p:spPr>
          <a:xfrm>
            <a:off x="4827494" y="894229"/>
            <a:ext cx="3514039" cy="378534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400" name="Shape 400"/>
        <p:cNvGrpSpPr/>
        <p:nvPr/>
      </p:nvGrpSpPr>
      <p:grpSpPr>
        <a:xfrm>
          <a:off x="0" y="0"/>
          <a:ext cx="0" cy="0"/>
          <a:chOff x="0" y="0"/>
          <a:chExt cx="0" cy="0"/>
        </a:xfrm>
      </p:grpSpPr>
      <p:pic>
        <p:nvPicPr>
          <p:cNvPr id="401" name="Google Shape;401;p48"/>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402" name="Google Shape;402;p48"/>
          <p:cNvGrpSpPr/>
          <p:nvPr/>
        </p:nvGrpSpPr>
        <p:grpSpPr>
          <a:xfrm>
            <a:off x="611321" y="663118"/>
            <a:ext cx="8564529" cy="62974"/>
            <a:chOff x="0" y="0"/>
            <a:chExt cx="8564527" cy="62973"/>
          </a:xfrm>
        </p:grpSpPr>
        <p:sp>
          <p:nvSpPr>
            <p:cNvPr id="403" name="Google Shape;403;p48"/>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404" name="Google Shape;404;p48"/>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405" name="Google Shape;405;p48"/>
          <p:cNvSpPr/>
          <p:nvPr/>
        </p:nvSpPr>
        <p:spPr>
          <a:xfrm>
            <a:off x="611321" y="147380"/>
            <a:ext cx="7571214"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None/>
            </a:pPr>
            <a:r>
              <a:rPr b="1" i="0" lang="en-GB" sz="2400" u="none" cap="none" strike="noStrike">
                <a:solidFill>
                  <a:srgbClr val="1C4175"/>
                </a:solidFill>
                <a:latin typeface="Avenir"/>
                <a:ea typeface="Avenir"/>
                <a:cs typeface="Avenir"/>
                <a:sym typeface="Avenir"/>
              </a:rPr>
              <a:t> Premier Bank ATM Convenient Locations</a:t>
            </a:r>
            <a:endParaRPr b="1" i="0" sz="2400" u="none" cap="none" strike="noStrike">
              <a:solidFill>
                <a:srgbClr val="1C4175"/>
              </a:solidFill>
              <a:latin typeface="Avenir"/>
              <a:ea typeface="Avenir"/>
              <a:cs typeface="Avenir"/>
              <a:sym typeface="Avenir"/>
            </a:endParaRPr>
          </a:p>
          <a:p>
            <a:pPr indent="0" lvl="0" marL="40639" marR="40639" rtl="0" algn="l">
              <a:lnSpc>
                <a:spcPct val="100000"/>
              </a:lnSpc>
              <a:spcBef>
                <a:spcPts val="0"/>
              </a:spcBef>
              <a:spcAft>
                <a:spcPts val="0"/>
              </a:spcAft>
              <a:buNone/>
            </a:pPr>
            <a:r>
              <a:t/>
            </a:r>
            <a:endParaRPr b="1" i="0" sz="2400" u="none" cap="none" strike="noStrike">
              <a:solidFill>
                <a:srgbClr val="1C4175"/>
              </a:solidFill>
              <a:latin typeface="Avenir"/>
              <a:ea typeface="Avenir"/>
              <a:cs typeface="Avenir"/>
              <a:sym typeface="Avenir"/>
            </a:endParaRPr>
          </a:p>
        </p:txBody>
      </p:sp>
      <p:grpSp>
        <p:nvGrpSpPr>
          <p:cNvPr id="406" name="Google Shape;406;p48"/>
          <p:cNvGrpSpPr/>
          <p:nvPr/>
        </p:nvGrpSpPr>
        <p:grpSpPr>
          <a:xfrm>
            <a:off x="3348318" y="1184851"/>
            <a:ext cx="2662583" cy="3358946"/>
            <a:chOff x="14579" y="-1"/>
            <a:chExt cx="3039164" cy="4804347"/>
          </a:xfrm>
        </p:grpSpPr>
        <p:sp>
          <p:nvSpPr>
            <p:cNvPr id="407" name="Google Shape;407;p48"/>
            <p:cNvSpPr/>
            <p:nvPr/>
          </p:nvSpPr>
          <p:spPr>
            <a:xfrm rot="-5400000">
              <a:off x="-868013" y="882591"/>
              <a:ext cx="4804347" cy="3039164"/>
            </a:xfrm>
            <a:prstGeom prst="flowChartManualOperation">
              <a:avLst/>
            </a:prstGeom>
            <a:solidFill>
              <a:srgbClr val="92D050"/>
            </a:solidFill>
            <a:ln cap="rnd" cmpd="sng" w="1905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8" name="Google Shape;408;p48"/>
            <p:cNvSpPr txBox="1"/>
            <p:nvPr/>
          </p:nvSpPr>
          <p:spPr>
            <a:xfrm>
              <a:off x="14579" y="960868"/>
              <a:ext cx="3039164" cy="2882609"/>
            </a:xfrm>
            <a:prstGeom prst="rect">
              <a:avLst/>
            </a:prstGeom>
            <a:solidFill>
              <a:srgbClr val="92D050"/>
            </a:solidFill>
            <a:ln>
              <a:noFill/>
            </a:ln>
          </p:spPr>
          <p:txBody>
            <a:bodyPr anchorCtr="0" anchor="t" bIns="0" lIns="152400" spcFirstLastPara="1" rIns="152400" wrap="square" tIns="0">
              <a:noAutofit/>
            </a:bodyPr>
            <a:lstStyle/>
            <a:p>
              <a:pPr indent="0" lvl="0" marL="0" marR="0" rtl="0" algn="l">
                <a:lnSpc>
                  <a:spcPct val="90000"/>
                </a:lnSpc>
                <a:spcBef>
                  <a:spcPts val="0"/>
                </a:spcBef>
                <a:spcAft>
                  <a:spcPts val="0"/>
                </a:spcAft>
                <a:buClr>
                  <a:srgbClr val="000000"/>
                </a:buClr>
                <a:buSzPts val="5400"/>
                <a:buFont typeface="Arial"/>
                <a:buNone/>
              </a:pPr>
              <a:r>
                <a:t/>
              </a:r>
              <a:endParaRPr b="0" i="0" sz="5400" u="none" cap="none" strike="noStrike">
                <a:solidFill>
                  <a:srgbClr val="FFFFFF"/>
                </a:solidFill>
                <a:latin typeface="Trebuchet MS"/>
                <a:ea typeface="Trebuchet MS"/>
                <a:cs typeface="Trebuchet MS"/>
                <a:sym typeface="Trebuchet MS"/>
              </a:endParaRPr>
            </a:p>
            <a:p>
              <a:pPr indent="-228600" lvl="1" marL="228600" marR="0" rtl="0" algn="l">
                <a:lnSpc>
                  <a:spcPct val="90000"/>
                </a:lnSpc>
                <a:spcBef>
                  <a:spcPts val="1890"/>
                </a:spcBef>
                <a:spcAft>
                  <a:spcPts val="0"/>
                </a:spcAft>
                <a:buClr>
                  <a:srgbClr val="FFFFFF"/>
                </a:buClr>
                <a:buSzPts val="2400"/>
                <a:buFont typeface="Arial"/>
                <a:buChar char="•"/>
              </a:pPr>
              <a:r>
                <a:rPr b="0" i="0" lang="en-GB" sz="2400" u="none" cap="none" strike="noStrike">
                  <a:solidFill>
                    <a:srgbClr val="FFFFFF"/>
                  </a:solidFill>
                  <a:latin typeface="Trebuchet MS"/>
                  <a:ea typeface="Trebuchet MS"/>
                  <a:cs typeface="Trebuchet MS"/>
                  <a:sym typeface="Trebuchet MS"/>
                </a:rPr>
                <a:t>Malls</a:t>
              </a:r>
              <a:endParaRPr/>
            </a:p>
            <a:p>
              <a:pPr indent="-228600" lvl="1" marL="228600" marR="0" rtl="0" algn="l">
                <a:lnSpc>
                  <a:spcPct val="90000"/>
                </a:lnSpc>
                <a:spcBef>
                  <a:spcPts val="360"/>
                </a:spcBef>
                <a:spcAft>
                  <a:spcPts val="0"/>
                </a:spcAft>
                <a:buClr>
                  <a:srgbClr val="FFFFFF"/>
                </a:buClr>
                <a:buSzPts val="2400"/>
                <a:buFont typeface="Arial"/>
                <a:buChar char="•"/>
              </a:pPr>
              <a:r>
                <a:rPr b="0" i="0" lang="en-GB" sz="2400" u="none" cap="none" strike="noStrike">
                  <a:solidFill>
                    <a:srgbClr val="FFFFFF"/>
                  </a:solidFill>
                  <a:latin typeface="Trebuchet MS"/>
                  <a:ea typeface="Trebuchet MS"/>
                  <a:cs typeface="Trebuchet MS"/>
                  <a:sym typeface="Trebuchet MS"/>
                </a:rPr>
                <a:t>Hotels</a:t>
              </a:r>
              <a:endParaRPr/>
            </a:p>
          </p:txBody>
        </p:sp>
      </p:grpSp>
      <p:grpSp>
        <p:nvGrpSpPr>
          <p:cNvPr id="409" name="Google Shape;409;p48"/>
          <p:cNvGrpSpPr/>
          <p:nvPr/>
        </p:nvGrpSpPr>
        <p:grpSpPr>
          <a:xfrm>
            <a:off x="302494" y="1170145"/>
            <a:ext cx="2756647" cy="3358945"/>
            <a:chOff x="3267832" y="358428"/>
            <a:chExt cx="2577394" cy="4087490"/>
          </a:xfrm>
        </p:grpSpPr>
        <p:sp>
          <p:nvSpPr>
            <p:cNvPr id="410" name="Google Shape;410;p48"/>
            <p:cNvSpPr/>
            <p:nvPr/>
          </p:nvSpPr>
          <p:spPr>
            <a:xfrm rot="-5400000">
              <a:off x="2512784" y="1113476"/>
              <a:ext cx="4087490" cy="2577394"/>
            </a:xfrm>
            <a:prstGeom prst="flowChartManualOperation">
              <a:avLst/>
            </a:prstGeom>
            <a:solidFill>
              <a:srgbClr val="0065C0"/>
            </a:solidFill>
            <a:ln cap="flat" cmpd="sng" w="254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11" name="Google Shape;411;p48"/>
            <p:cNvSpPr txBox="1"/>
            <p:nvPr/>
          </p:nvSpPr>
          <p:spPr>
            <a:xfrm>
              <a:off x="3267832" y="619940"/>
              <a:ext cx="2503777" cy="3008481"/>
            </a:xfrm>
            <a:prstGeom prst="rect">
              <a:avLst/>
            </a:prstGeom>
            <a:noFill/>
            <a:ln>
              <a:noFill/>
            </a:ln>
          </p:spPr>
          <p:txBody>
            <a:bodyPr anchorCtr="0" anchor="t" bIns="0" lIns="196850" spcFirstLastPara="1" rIns="196850" wrap="square" tIns="0">
              <a:noAutofit/>
            </a:bodyPr>
            <a:lstStyle/>
            <a:p>
              <a:pPr indent="0" lvl="0" marL="0" marR="0" rtl="0" algn="l">
                <a:lnSpc>
                  <a:spcPct val="90000"/>
                </a:lnSpc>
                <a:spcBef>
                  <a:spcPts val="0"/>
                </a:spcBef>
                <a:spcAft>
                  <a:spcPts val="0"/>
                </a:spcAft>
                <a:buClr>
                  <a:srgbClr val="000000"/>
                </a:buClr>
                <a:buSzPts val="3100"/>
                <a:buFont typeface="Arial"/>
                <a:buNone/>
              </a:pPr>
              <a:r>
                <a:t/>
              </a:r>
              <a:endParaRPr b="0" i="0" sz="3100" u="none" cap="none" strike="noStrike">
                <a:solidFill>
                  <a:schemeClr val="lt1"/>
                </a:solidFill>
                <a:latin typeface="Arial"/>
                <a:ea typeface="Arial"/>
                <a:cs typeface="Arial"/>
                <a:sym typeface="Arial"/>
              </a:endParaRPr>
            </a:p>
            <a:p>
              <a:pPr indent="0" lvl="0" marL="0" marR="0" rtl="0" algn="l">
                <a:lnSpc>
                  <a:spcPct val="90000"/>
                </a:lnSpc>
                <a:spcBef>
                  <a:spcPts val="1085"/>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a:p>
              <a:pPr indent="-228600" lvl="1" marL="228600" marR="0" rtl="0" algn="l">
                <a:lnSpc>
                  <a:spcPct val="90000"/>
                </a:lnSpc>
                <a:spcBef>
                  <a:spcPts val="840"/>
                </a:spcBef>
                <a:spcAft>
                  <a:spcPts val="0"/>
                </a:spcAft>
                <a:buClr>
                  <a:srgbClr val="000000"/>
                </a:buClr>
                <a:buSzPts val="2400"/>
                <a:buFont typeface="Arial"/>
                <a:buChar char="•"/>
              </a:pPr>
              <a:r>
                <a:rPr b="0" i="0" lang="en-GB" sz="2400" u="none" cap="none" strike="noStrike">
                  <a:solidFill>
                    <a:schemeClr val="lt1"/>
                  </a:solidFill>
                  <a:latin typeface="Arial"/>
                  <a:ea typeface="Arial"/>
                  <a:cs typeface="Arial"/>
                  <a:sym typeface="Arial"/>
                </a:rPr>
                <a:t>Supermarkets</a:t>
              </a:r>
              <a:endParaRPr b="0" i="0" sz="2000" u="none" cap="none" strike="noStrike">
                <a:solidFill>
                  <a:schemeClr val="lt1"/>
                </a:solidFill>
                <a:latin typeface="Arial"/>
                <a:ea typeface="Arial"/>
                <a:cs typeface="Arial"/>
                <a:sym typeface="Arial"/>
              </a:endParaRPr>
            </a:p>
            <a:p>
              <a:pPr indent="-228600" lvl="1" marL="228600" marR="0" rtl="0" algn="l">
                <a:lnSpc>
                  <a:spcPct val="90000"/>
                </a:lnSpc>
                <a:spcBef>
                  <a:spcPts val="360"/>
                </a:spcBef>
                <a:spcAft>
                  <a:spcPts val="0"/>
                </a:spcAft>
                <a:buClr>
                  <a:srgbClr val="000000"/>
                </a:buClr>
                <a:buSzPts val="2400"/>
                <a:buFont typeface="Arial"/>
                <a:buChar char="•"/>
              </a:pPr>
              <a:r>
                <a:rPr b="0" i="0" lang="en-GB" sz="2400" u="none" cap="none" strike="noStrike">
                  <a:solidFill>
                    <a:schemeClr val="lt1"/>
                  </a:solidFill>
                  <a:latin typeface="Arial"/>
                  <a:ea typeface="Arial"/>
                  <a:cs typeface="Arial"/>
                  <a:sym typeface="Arial"/>
                </a:rPr>
                <a:t>Airports</a:t>
              </a:r>
              <a:endParaRPr/>
            </a:p>
            <a:p>
              <a:pPr indent="-228600" lvl="1" marL="228600" marR="0" rtl="0" algn="l">
                <a:lnSpc>
                  <a:spcPct val="90000"/>
                </a:lnSpc>
                <a:spcBef>
                  <a:spcPts val="360"/>
                </a:spcBef>
                <a:spcAft>
                  <a:spcPts val="0"/>
                </a:spcAft>
                <a:buClr>
                  <a:srgbClr val="000000"/>
                </a:buClr>
                <a:buSzPts val="2000"/>
                <a:buFont typeface="Arial"/>
                <a:buChar char="•"/>
              </a:pPr>
              <a:r>
                <a:rPr b="0" i="0" lang="en-GB" sz="2000" u="none" cap="none" strike="noStrike">
                  <a:solidFill>
                    <a:schemeClr val="lt1"/>
                  </a:solidFill>
                  <a:latin typeface="Arial"/>
                  <a:ea typeface="Arial"/>
                  <a:cs typeface="Arial"/>
                  <a:sym typeface="Arial"/>
                </a:rPr>
                <a:t>Retailers</a:t>
              </a:r>
              <a:endParaRPr b="0" i="0" sz="2000" u="none" cap="none" strike="noStrike">
                <a:solidFill>
                  <a:schemeClr val="lt1"/>
                </a:solidFill>
                <a:latin typeface="Arial"/>
                <a:ea typeface="Arial"/>
                <a:cs typeface="Arial"/>
                <a:sym typeface="Arial"/>
              </a:endParaRPr>
            </a:p>
          </p:txBody>
        </p:sp>
      </p:grpSp>
      <p:grpSp>
        <p:nvGrpSpPr>
          <p:cNvPr id="412" name="Google Shape;412;p48"/>
          <p:cNvGrpSpPr/>
          <p:nvPr/>
        </p:nvGrpSpPr>
        <p:grpSpPr>
          <a:xfrm>
            <a:off x="6394078" y="1170146"/>
            <a:ext cx="2373469" cy="3358945"/>
            <a:chOff x="6073164" y="515241"/>
            <a:chExt cx="2214001" cy="3786930"/>
          </a:xfrm>
        </p:grpSpPr>
        <p:sp>
          <p:nvSpPr>
            <p:cNvPr id="413" name="Google Shape;413;p48"/>
            <p:cNvSpPr/>
            <p:nvPr/>
          </p:nvSpPr>
          <p:spPr>
            <a:xfrm rot="-5400000">
              <a:off x="5286699" y="1301706"/>
              <a:ext cx="3786930" cy="2214001"/>
            </a:xfrm>
            <a:prstGeom prst="flowChartManualOperation">
              <a:avLst/>
            </a:prstGeom>
            <a:solidFill>
              <a:srgbClr val="0065C0"/>
            </a:solidFill>
            <a:ln cap="flat" cmpd="sng" w="254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14" name="Google Shape;414;p48"/>
            <p:cNvSpPr txBox="1"/>
            <p:nvPr/>
          </p:nvSpPr>
          <p:spPr>
            <a:xfrm>
              <a:off x="6073164" y="1194701"/>
              <a:ext cx="2214001" cy="2350086"/>
            </a:xfrm>
            <a:prstGeom prst="rect">
              <a:avLst/>
            </a:prstGeom>
            <a:noFill/>
            <a:ln>
              <a:noFill/>
            </a:ln>
          </p:spPr>
          <p:txBody>
            <a:bodyPr anchorCtr="0" anchor="t" bIns="0" lIns="127000" spcFirstLastPara="1" rIns="127000" wrap="square" tIns="0">
              <a:noAutofit/>
            </a:bodyPr>
            <a:lstStyle/>
            <a:p>
              <a:pPr indent="0" lvl="0" marL="0" marR="0" rtl="0" algn="l">
                <a:lnSpc>
                  <a:spcPct val="90000"/>
                </a:lnSpc>
                <a:spcBef>
                  <a:spcPts val="0"/>
                </a:spcBef>
                <a:spcAft>
                  <a:spcPts val="0"/>
                </a:spcAft>
                <a:buClr>
                  <a:srgbClr val="000000"/>
                </a:buClr>
                <a:buSzPts val="4100"/>
                <a:buFont typeface="Arial"/>
                <a:buNone/>
              </a:pPr>
              <a:r>
                <a:t/>
              </a:r>
              <a:endParaRPr b="0" i="0" sz="4100" u="none" cap="none" strike="noStrike">
                <a:solidFill>
                  <a:schemeClr val="lt1"/>
                </a:solidFill>
                <a:latin typeface="Arial"/>
                <a:ea typeface="Arial"/>
                <a:cs typeface="Arial"/>
                <a:sym typeface="Arial"/>
              </a:endParaRPr>
            </a:p>
            <a:p>
              <a:pPr indent="-228600" lvl="1" marL="228600" marR="0" rtl="0" algn="l">
                <a:lnSpc>
                  <a:spcPct val="90000"/>
                </a:lnSpc>
                <a:spcBef>
                  <a:spcPts val="1435"/>
                </a:spcBef>
                <a:spcAft>
                  <a:spcPts val="0"/>
                </a:spcAft>
                <a:buClr>
                  <a:srgbClr val="000000"/>
                </a:buClr>
                <a:buSzPts val="2000"/>
                <a:buFont typeface="Arial"/>
                <a:buChar char="•"/>
              </a:pPr>
              <a:r>
                <a:rPr b="0" i="0" lang="en-GB" sz="2000" u="none" cap="none" strike="noStrike">
                  <a:solidFill>
                    <a:schemeClr val="lt1"/>
                  </a:solidFill>
                  <a:latin typeface="Arial"/>
                  <a:ea typeface="Arial"/>
                  <a:cs typeface="Arial"/>
                  <a:sym typeface="Arial"/>
                </a:rPr>
                <a:t>All Branches</a:t>
              </a:r>
              <a:endParaRPr/>
            </a:p>
            <a:p>
              <a:pPr indent="-228600" lvl="1" marL="228600" marR="0" rtl="0" algn="l">
                <a:lnSpc>
                  <a:spcPct val="90000"/>
                </a:lnSpc>
                <a:spcBef>
                  <a:spcPts val="300"/>
                </a:spcBef>
                <a:spcAft>
                  <a:spcPts val="0"/>
                </a:spcAft>
                <a:buClr>
                  <a:srgbClr val="000000"/>
                </a:buClr>
                <a:buSzPts val="2000"/>
                <a:buFont typeface="Arial"/>
                <a:buChar char="•"/>
              </a:pPr>
              <a:r>
                <a:rPr b="0" i="0" lang="en-GB" sz="2000" u="none" cap="none" strike="noStrike">
                  <a:solidFill>
                    <a:schemeClr val="lt1"/>
                  </a:solidFill>
                  <a:latin typeface="Arial"/>
                  <a:ea typeface="Arial"/>
                  <a:cs typeface="Arial"/>
                  <a:sym typeface="Arial"/>
                </a:rPr>
                <a:t>Regions</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418" name="Shape 418"/>
        <p:cNvGrpSpPr/>
        <p:nvPr/>
      </p:nvGrpSpPr>
      <p:grpSpPr>
        <a:xfrm>
          <a:off x="0" y="0"/>
          <a:ext cx="0" cy="0"/>
          <a:chOff x="0" y="0"/>
          <a:chExt cx="0" cy="0"/>
        </a:xfrm>
      </p:grpSpPr>
      <p:pic>
        <p:nvPicPr>
          <p:cNvPr id="419" name="Google Shape;419;p49"/>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420" name="Google Shape;420;p49"/>
          <p:cNvGrpSpPr/>
          <p:nvPr/>
        </p:nvGrpSpPr>
        <p:grpSpPr>
          <a:xfrm>
            <a:off x="611321" y="663118"/>
            <a:ext cx="8564529" cy="62974"/>
            <a:chOff x="0" y="0"/>
            <a:chExt cx="8564527" cy="62973"/>
          </a:xfrm>
        </p:grpSpPr>
        <p:sp>
          <p:nvSpPr>
            <p:cNvPr id="421" name="Google Shape;421;p49"/>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422" name="Google Shape;422;p49"/>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423" name="Google Shape;423;p49"/>
          <p:cNvSpPr/>
          <p:nvPr/>
        </p:nvSpPr>
        <p:spPr>
          <a:xfrm>
            <a:off x="611320" y="147380"/>
            <a:ext cx="7423297"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PB  ATM TERMINAL LOCATIONS MOG &amp; REGIONS</a:t>
            </a:r>
            <a:endParaRPr b="1" i="0" sz="2400" u="none" cap="none" strike="noStrike">
              <a:solidFill>
                <a:srgbClr val="1C4175"/>
              </a:solidFill>
              <a:latin typeface="Avenir"/>
              <a:ea typeface="Avenir"/>
              <a:cs typeface="Avenir"/>
              <a:sym typeface="Aveni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grpSp>
        <p:nvGrpSpPr>
          <p:cNvPr id="424" name="Google Shape;424;p49"/>
          <p:cNvGrpSpPr/>
          <p:nvPr/>
        </p:nvGrpSpPr>
        <p:grpSpPr>
          <a:xfrm>
            <a:off x="1191042" y="1272024"/>
            <a:ext cx="7165929" cy="1288716"/>
            <a:chOff x="6346" y="32425"/>
            <a:chExt cx="8589965" cy="1827004"/>
          </a:xfrm>
        </p:grpSpPr>
        <p:sp>
          <p:nvSpPr>
            <p:cNvPr id="425" name="Google Shape;425;p49"/>
            <p:cNvSpPr/>
            <p:nvPr/>
          </p:nvSpPr>
          <p:spPr>
            <a:xfrm>
              <a:off x="6346" y="32425"/>
              <a:ext cx="8589965" cy="1827004"/>
            </a:xfrm>
            <a:prstGeom prst="roundRect">
              <a:avLst>
                <a:gd fmla="val 10000" name="adj"/>
              </a:avLst>
            </a:prstGeom>
            <a:solidFill>
              <a:srgbClr val="008828"/>
            </a:solidFill>
            <a:ln cap="flat" cmpd="sng" w="254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26" name="Google Shape;426;p49"/>
            <p:cNvSpPr txBox="1"/>
            <p:nvPr/>
          </p:nvSpPr>
          <p:spPr>
            <a:xfrm>
              <a:off x="59857" y="85936"/>
              <a:ext cx="8482943" cy="1719982"/>
            </a:xfrm>
            <a:prstGeom prst="rect">
              <a:avLst/>
            </a:prstGeom>
            <a:noFill/>
            <a:ln>
              <a:noFill/>
            </a:ln>
          </p:spPr>
          <p:txBody>
            <a:bodyPr anchorCtr="0" anchor="ctr" bIns="247650" lIns="247650" spcFirstLastPara="1" rIns="247650" wrap="square" tIns="247650">
              <a:noAutofit/>
            </a:bodyPr>
            <a:lstStyle/>
            <a:p>
              <a:pPr indent="0" lvl="0" marL="0" marR="0" rtl="0" algn="ctr">
                <a:lnSpc>
                  <a:spcPct val="90000"/>
                </a:lnSpc>
                <a:spcBef>
                  <a:spcPts val="0"/>
                </a:spcBef>
                <a:spcAft>
                  <a:spcPts val="0"/>
                </a:spcAft>
                <a:buClr>
                  <a:srgbClr val="000000"/>
                </a:buClr>
                <a:buSzPts val="6500"/>
                <a:buFont typeface="Arial"/>
                <a:buNone/>
              </a:pPr>
              <a:r>
                <a:rPr b="0" i="0" lang="en-GB" sz="6500" u="none" cap="none" strike="noStrike">
                  <a:solidFill>
                    <a:schemeClr val="lt1"/>
                  </a:solidFill>
                  <a:latin typeface="Arial"/>
                  <a:ea typeface="Arial"/>
                  <a:cs typeface="Arial"/>
                  <a:sym typeface="Arial"/>
                </a:rPr>
                <a:t>Total ATMs 30</a:t>
              </a:r>
              <a:endParaRPr/>
            </a:p>
          </p:txBody>
        </p:sp>
      </p:grpSp>
      <p:grpSp>
        <p:nvGrpSpPr>
          <p:cNvPr id="427" name="Google Shape;427;p49"/>
          <p:cNvGrpSpPr/>
          <p:nvPr/>
        </p:nvGrpSpPr>
        <p:grpSpPr>
          <a:xfrm>
            <a:off x="369793" y="2828802"/>
            <a:ext cx="3940984" cy="1827004"/>
            <a:chOff x="3173" y="2054015"/>
            <a:chExt cx="4121864" cy="1827004"/>
          </a:xfrm>
        </p:grpSpPr>
        <p:sp>
          <p:nvSpPr>
            <p:cNvPr id="428" name="Google Shape;428;p49"/>
            <p:cNvSpPr/>
            <p:nvPr/>
          </p:nvSpPr>
          <p:spPr>
            <a:xfrm>
              <a:off x="3173" y="2054015"/>
              <a:ext cx="4121864" cy="1827004"/>
            </a:xfrm>
            <a:prstGeom prst="roundRect">
              <a:avLst>
                <a:gd fmla="val 10000" name="adj"/>
              </a:avLst>
            </a:prstGeom>
            <a:solidFill>
              <a:srgbClr val="DE690D"/>
            </a:solidFill>
            <a:ln cap="flat" cmpd="sng" w="254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29" name="Google Shape;429;p49"/>
            <p:cNvSpPr txBox="1"/>
            <p:nvPr/>
          </p:nvSpPr>
          <p:spPr>
            <a:xfrm>
              <a:off x="3173" y="2111538"/>
              <a:ext cx="4014843" cy="1719982"/>
            </a:xfrm>
            <a:prstGeom prst="rect">
              <a:avLst/>
            </a:prstGeom>
            <a:noFill/>
            <a:ln>
              <a:noFill/>
            </a:ln>
          </p:spPr>
          <p:txBody>
            <a:bodyPr anchorCtr="0" anchor="ctr" bIns="190500" lIns="190500" spcFirstLastPara="1" rIns="190500" wrap="square" tIns="190500">
              <a:noAutofit/>
            </a:bodyPr>
            <a:lstStyle/>
            <a:p>
              <a:pPr indent="0" lvl="0" marL="0" marR="0" rtl="0" algn="ctr">
                <a:lnSpc>
                  <a:spcPct val="90000"/>
                </a:lnSpc>
                <a:spcBef>
                  <a:spcPts val="0"/>
                </a:spcBef>
                <a:spcAft>
                  <a:spcPts val="0"/>
                </a:spcAft>
                <a:buClr>
                  <a:srgbClr val="000000"/>
                </a:buClr>
                <a:buSzPts val="5000"/>
                <a:buFont typeface="Arial"/>
                <a:buNone/>
              </a:pPr>
              <a:r>
                <a:rPr b="0" i="0" lang="en-GB" sz="5000" u="none" cap="none" strike="noStrike">
                  <a:solidFill>
                    <a:schemeClr val="lt1"/>
                  </a:solidFill>
                  <a:latin typeface="Arial"/>
                  <a:ea typeface="Arial"/>
                  <a:cs typeface="Arial"/>
                  <a:sym typeface="Arial"/>
                </a:rPr>
                <a:t>Regions  9</a:t>
              </a:r>
              <a:endParaRPr/>
            </a:p>
          </p:txBody>
        </p:sp>
      </p:grpSp>
      <p:grpSp>
        <p:nvGrpSpPr>
          <p:cNvPr id="430" name="Google Shape;430;p49"/>
          <p:cNvGrpSpPr/>
          <p:nvPr/>
        </p:nvGrpSpPr>
        <p:grpSpPr>
          <a:xfrm>
            <a:off x="4766982" y="2828802"/>
            <a:ext cx="4188106" cy="1827004"/>
            <a:chOff x="4471274" y="2054015"/>
            <a:chExt cx="4121864" cy="1827004"/>
          </a:xfrm>
        </p:grpSpPr>
        <p:sp>
          <p:nvSpPr>
            <p:cNvPr id="431" name="Google Shape;431;p49"/>
            <p:cNvSpPr/>
            <p:nvPr/>
          </p:nvSpPr>
          <p:spPr>
            <a:xfrm>
              <a:off x="4471274" y="2054015"/>
              <a:ext cx="4121864" cy="1827004"/>
            </a:xfrm>
            <a:prstGeom prst="roundRect">
              <a:avLst>
                <a:gd fmla="val 10000" name="adj"/>
              </a:avLst>
            </a:prstGeom>
            <a:solidFill>
              <a:srgbClr val="DE690D"/>
            </a:solidFill>
            <a:ln cap="flat" cmpd="sng" w="2540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32" name="Google Shape;432;p49"/>
            <p:cNvSpPr txBox="1"/>
            <p:nvPr/>
          </p:nvSpPr>
          <p:spPr>
            <a:xfrm>
              <a:off x="4524785" y="2107526"/>
              <a:ext cx="4014842" cy="1719982"/>
            </a:xfrm>
            <a:prstGeom prst="rect">
              <a:avLst/>
            </a:prstGeom>
            <a:noFill/>
            <a:ln>
              <a:noFill/>
            </a:ln>
          </p:spPr>
          <p:txBody>
            <a:bodyPr anchorCtr="0" anchor="ctr" bIns="190500" lIns="190500" spcFirstLastPara="1" rIns="190500" wrap="square" tIns="190500">
              <a:noAutofit/>
            </a:bodyPr>
            <a:lstStyle/>
            <a:p>
              <a:pPr indent="0" lvl="0" marL="0" marR="0" rtl="0" algn="ctr">
                <a:lnSpc>
                  <a:spcPct val="90000"/>
                </a:lnSpc>
                <a:spcBef>
                  <a:spcPts val="0"/>
                </a:spcBef>
                <a:spcAft>
                  <a:spcPts val="0"/>
                </a:spcAft>
                <a:buClr>
                  <a:srgbClr val="000000"/>
                </a:buClr>
                <a:buSzPts val="5000"/>
                <a:buFont typeface="Arial"/>
                <a:buNone/>
              </a:pPr>
              <a:r>
                <a:rPr b="0" i="0" lang="en-GB" sz="5000" u="none" cap="none" strike="noStrike">
                  <a:solidFill>
                    <a:schemeClr val="lt1"/>
                  </a:solidFill>
                  <a:latin typeface="Arial"/>
                  <a:ea typeface="Arial"/>
                  <a:cs typeface="Arial"/>
                  <a:sym typeface="Arial"/>
                </a:rPr>
                <a:t>Mogadishu 21</a:t>
              </a: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436" name="Shape 436"/>
        <p:cNvGrpSpPr/>
        <p:nvPr/>
      </p:nvGrpSpPr>
      <p:grpSpPr>
        <a:xfrm>
          <a:off x="0" y="0"/>
          <a:ext cx="0" cy="0"/>
          <a:chOff x="0" y="0"/>
          <a:chExt cx="0" cy="0"/>
        </a:xfrm>
      </p:grpSpPr>
      <p:pic>
        <p:nvPicPr>
          <p:cNvPr id="437" name="Google Shape;437;p50"/>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438" name="Google Shape;438;p50"/>
          <p:cNvGrpSpPr/>
          <p:nvPr/>
        </p:nvGrpSpPr>
        <p:grpSpPr>
          <a:xfrm>
            <a:off x="611321" y="663118"/>
            <a:ext cx="8564529" cy="62974"/>
            <a:chOff x="0" y="0"/>
            <a:chExt cx="8564527" cy="62973"/>
          </a:xfrm>
        </p:grpSpPr>
        <p:sp>
          <p:nvSpPr>
            <p:cNvPr id="439" name="Google Shape;439;p50"/>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440" name="Google Shape;440;p50"/>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441" name="Google Shape;441;p50"/>
          <p:cNvSpPr/>
          <p:nvPr/>
        </p:nvSpPr>
        <p:spPr>
          <a:xfrm>
            <a:off x="611320" y="147380"/>
            <a:ext cx="7423297"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PB  ATM TERMINAL LOCATIONS MOG &amp; REGIONS</a:t>
            </a:r>
            <a:endParaRPr b="1" i="0" sz="2400" u="none" cap="none" strike="noStrike">
              <a:solidFill>
                <a:srgbClr val="1C4175"/>
              </a:solidFill>
              <a:latin typeface="Avenir"/>
              <a:ea typeface="Avenir"/>
              <a:cs typeface="Avenir"/>
              <a:sym typeface="Aveni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pic>
        <p:nvPicPr>
          <p:cNvPr id="442" name="Google Shape;442;p50"/>
          <p:cNvPicPr preferRelativeResize="0"/>
          <p:nvPr/>
        </p:nvPicPr>
        <p:blipFill rotWithShape="1">
          <a:blip r:embed="rId4">
            <a:alphaModFix/>
          </a:blip>
          <a:srcRect b="0" l="0" r="0" t="0"/>
          <a:stretch/>
        </p:blipFill>
        <p:spPr>
          <a:xfrm>
            <a:off x="2232853" y="821202"/>
            <a:ext cx="3804234" cy="388958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446" name="Shape 446"/>
        <p:cNvGrpSpPr/>
        <p:nvPr/>
      </p:nvGrpSpPr>
      <p:grpSpPr>
        <a:xfrm>
          <a:off x="0" y="0"/>
          <a:ext cx="0" cy="0"/>
          <a:chOff x="0" y="0"/>
          <a:chExt cx="0" cy="0"/>
        </a:xfrm>
      </p:grpSpPr>
      <p:pic>
        <p:nvPicPr>
          <p:cNvPr id="447" name="Google Shape;447;p51"/>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448" name="Google Shape;448;p51"/>
          <p:cNvGrpSpPr/>
          <p:nvPr/>
        </p:nvGrpSpPr>
        <p:grpSpPr>
          <a:xfrm>
            <a:off x="611321" y="663118"/>
            <a:ext cx="8564529" cy="62974"/>
            <a:chOff x="0" y="0"/>
            <a:chExt cx="8564527" cy="62973"/>
          </a:xfrm>
        </p:grpSpPr>
        <p:sp>
          <p:nvSpPr>
            <p:cNvPr id="449" name="Google Shape;449;p51"/>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450" name="Google Shape;450;p51"/>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451" name="Google Shape;451;p51"/>
          <p:cNvSpPr/>
          <p:nvPr/>
        </p:nvSpPr>
        <p:spPr>
          <a:xfrm>
            <a:off x="611320" y="147380"/>
            <a:ext cx="7423297"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PB  ATM TERMINAL LOCATIONS MOG &amp; REGIONS</a:t>
            </a:r>
            <a:endParaRPr b="1" i="0" sz="2400" u="none" cap="none" strike="noStrike">
              <a:solidFill>
                <a:srgbClr val="1C4175"/>
              </a:solidFill>
              <a:latin typeface="Avenir"/>
              <a:ea typeface="Avenir"/>
              <a:cs typeface="Avenir"/>
              <a:sym typeface="Aveni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452" name="Google Shape;452;p51"/>
          <p:cNvSpPr txBox="1"/>
          <p:nvPr/>
        </p:nvSpPr>
        <p:spPr>
          <a:xfrm>
            <a:off x="2264704" y="988635"/>
            <a:ext cx="3887325" cy="3650599"/>
          </a:xfrm>
          <a:prstGeom prst="rect">
            <a:avLst/>
          </a:prstGeom>
          <a:noFill/>
          <a:ln>
            <a:noFill/>
          </a:ln>
        </p:spPr>
        <p:txBody>
          <a:bodyPr anchorCtr="0" anchor="t" bIns="45700" lIns="91425" spcFirstLastPara="1" rIns="91425" wrap="square" tIns="45700">
            <a:normAutofit fontScale="92500" lnSpcReduction="20000"/>
          </a:bodyPr>
          <a:lstStyle/>
          <a:p>
            <a:pPr indent="0" lvl="0" marL="0" marR="0" rtl="0" algn="l">
              <a:lnSpc>
                <a:spcPct val="100000"/>
              </a:lnSpc>
              <a:spcBef>
                <a:spcPts val="0"/>
              </a:spcBef>
              <a:spcAft>
                <a:spcPts val="0"/>
              </a:spcAft>
              <a:buClr>
                <a:srgbClr val="90C226"/>
              </a:buClr>
              <a:buSzPct val="80000"/>
              <a:buFont typeface="Noto Sans Symbols"/>
              <a:buNone/>
            </a:pPr>
            <a:r>
              <a:rPr b="1" i="0" lang="en-GB" sz="3000" u="none" cap="none" strike="noStrike">
                <a:solidFill>
                  <a:srgbClr val="000000"/>
                </a:solidFill>
                <a:latin typeface="Trebuchet MS"/>
                <a:ea typeface="Trebuchet MS"/>
                <a:cs typeface="Trebuchet MS"/>
                <a:sym typeface="Trebuchet MS"/>
              </a:rPr>
              <a:t>Airport Branch ATMs:</a:t>
            </a:r>
            <a:endParaRPr/>
          </a:p>
          <a:p>
            <a:pPr indent="-285750" lvl="1" marL="742950" marR="0" rtl="0" algn="l">
              <a:lnSpc>
                <a:spcPct val="100000"/>
              </a:lnSpc>
              <a:spcBef>
                <a:spcPts val="1000"/>
              </a:spcBef>
              <a:spcAft>
                <a:spcPts val="0"/>
              </a:spcAft>
              <a:buClr>
                <a:srgbClr val="90C226"/>
              </a:buClr>
              <a:buSzPct val="80000"/>
              <a:buFont typeface="Noto Sans Symbols"/>
              <a:buChar char="❑"/>
            </a:pPr>
            <a:r>
              <a:rPr b="0" i="0" lang="en-GB" sz="3200" u="none" cap="none" strike="noStrike">
                <a:solidFill>
                  <a:srgbClr val="000000"/>
                </a:solidFill>
                <a:latin typeface="Trebuchet MS"/>
                <a:ea typeface="Trebuchet MS"/>
                <a:cs typeface="Trebuchet MS"/>
                <a:sym typeface="Trebuchet MS"/>
              </a:rPr>
              <a:t>Branch ATM</a:t>
            </a:r>
            <a:endParaRPr/>
          </a:p>
          <a:p>
            <a:pPr indent="-285750" lvl="1" marL="742950" marR="0" rtl="0" algn="l">
              <a:lnSpc>
                <a:spcPct val="100000"/>
              </a:lnSpc>
              <a:spcBef>
                <a:spcPts val="1000"/>
              </a:spcBef>
              <a:spcAft>
                <a:spcPts val="0"/>
              </a:spcAft>
              <a:buClr>
                <a:srgbClr val="90C226"/>
              </a:buClr>
              <a:buSzPct val="80000"/>
              <a:buFont typeface="Noto Sans Symbols"/>
              <a:buChar char="❑"/>
            </a:pPr>
            <a:r>
              <a:rPr b="0" i="0" lang="en-GB" sz="3200" u="none" cap="none" strike="noStrike">
                <a:solidFill>
                  <a:srgbClr val="000000"/>
                </a:solidFill>
                <a:latin typeface="Trebuchet MS"/>
                <a:ea typeface="Trebuchet MS"/>
                <a:cs typeface="Trebuchet MS"/>
                <a:sym typeface="Trebuchet MS"/>
              </a:rPr>
              <a:t>Int. arrival</a:t>
            </a:r>
            <a:endParaRPr/>
          </a:p>
          <a:p>
            <a:pPr indent="-285750" lvl="1" marL="742950" marR="0" rtl="0" algn="l">
              <a:lnSpc>
                <a:spcPct val="100000"/>
              </a:lnSpc>
              <a:spcBef>
                <a:spcPts val="1000"/>
              </a:spcBef>
              <a:spcAft>
                <a:spcPts val="0"/>
              </a:spcAft>
              <a:buClr>
                <a:srgbClr val="90C226"/>
              </a:buClr>
              <a:buSzPct val="80000"/>
              <a:buFont typeface="Noto Sans Symbols"/>
              <a:buChar char="❑"/>
            </a:pPr>
            <a:r>
              <a:rPr b="0" i="0" lang="en-GB" sz="3200" u="none" cap="none" strike="noStrike">
                <a:solidFill>
                  <a:srgbClr val="000000"/>
                </a:solidFill>
                <a:latin typeface="Trebuchet MS"/>
                <a:ea typeface="Trebuchet MS"/>
                <a:cs typeface="Trebuchet MS"/>
                <a:sym typeface="Trebuchet MS"/>
              </a:rPr>
              <a:t>Decale</a:t>
            </a:r>
            <a:endParaRPr b="0" i="0" sz="3200" u="none" cap="none" strike="noStrike">
              <a:solidFill>
                <a:srgbClr val="000000"/>
              </a:solidFill>
              <a:latin typeface="Trebuchet MS"/>
              <a:ea typeface="Trebuchet MS"/>
              <a:cs typeface="Trebuchet MS"/>
              <a:sym typeface="Trebuchet MS"/>
            </a:endParaRPr>
          </a:p>
          <a:p>
            <a:pPr indent="-285750" lvl="1" marL="742950" marR="0" rtl="0" algn="l">
              <a:lnSpc>
                <a:spcPct val="100000"/>
              </a:lnSpc>
              <a:spcBef>
                <a:spcPts val="1000"/>
              </a:spcBef>
              <a:spcAft>
                <a:spcPts val="0"/>
              </a:spcAft>
              <a:buClr>
                <a:srgbClr val="90C226"/>
              </a:buClr>
              <a:buSzPct val="80000"/>
              <a:buFont typeface="Noto Sans Symbols"/>
              <a:buChar char="❑"/>
            </a:pPr>
            <a:r>
              <a:rPr b="0" i="0" lang="en-GB" sz="3200" u="none" cap="none" strike="noStrike">
                <a:solidFill>
                  <a:srgbClr val="000000"/>
                </a:solidFill>
                <a:latin typeface="Trebuchet MS"/>
                <a:ea typeface="Trebuchet MS"/>
                <a:cs typeface="Trebuchet MS"/>
                <a:sym typeface="Trebuchet MS"/>
              </a:rPr>
              <a:t>AC Camp</a:t>
            </a:r>
            <a:endParaRPr/>
          </a:p>
          <a:p>
            <a:pPr indent="-285750" lvl="1" marL="742950" marR="0" rtl="0" algn="l">
              <a:lnSpc>
                <a:spcPct val="100000"/>
              </a:lnSpc>
              <a:spcBef>
                <a:spcPts val="1000"/>
              </a:spcBef>
              <a:spcAft>
                <a:spcPts val="0"/>
              </a:spcAft>
              <a:buClr>
                <a:srgbClr val="90C226"/>
              </a:buClr>
              <a:buSzPct val="80000"/>
              <a:buFont typeface="Noto Sans Symbols"/>
              <a:buChar char="❑"/>
            </a:pPr>
            <a:r>
              <a:rPr b="0" i="0" lang="en-GB" sz="3200" u="none" cap="none" strike="noStrike">
                <a:solidFill>
                  <a:srgbClr val="000000"/>
                </a:solidFill>
                <a:latin typeface="Trebuchet MS"/>
                <a:ea typeface="Trebuchet MS"/>
                <a:cs typeface="Trebuchet MS"/>
                <a:sym typeface="Trebuchet MS"/>
              </a:rPr>
              <a:t>Star Empire</a:t>
            </a:r>
            <a:endParaRPr/>
          </a:p>
          <a:p>
            <a:pPr indent="-285750" lvl="1" marL="742950" marR="0" rtl="0" algn="l">
              <a:lnSpc>
                <a:spcPct val="100000"/>
              </a:lnSpc>
              <a:spcBef>
                <a:spcPts val="1000"/>
              </a:spcBef>
              <a:spcAft>
                <a:spcPts val="0"/>
              </a:spcAft>
              <a:buClr>
                <a:srgbClr val="90C226"/>
              </a:buClr>
              <a:buSzPct val="80000"/>
              <a:buFont typeface="Noto Sans Symbols"/>
              <a:buChar char="❑"/>
            </a:pPr>
            <a:r>
              <a:rPr b="0" i="0" lang="en-GB" sz="3200" u="none" cap="none" strike="noStrike">
                <a:solidFill>
                  <a:srgbClr val="000000"/>
                </a:solidFill>
                <a:latin typeface="Trebuchet MS"/>
                <a:ea typeface="Trebuchet MS"/>
                <a:cs typeface="Trebuchet MS"/>
                <a:sym typeface="Trebuchet MS"/>
              </a:rPr>
              <a:t>SKA</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456" name="Shape 456"/>
        <p:cNvGrpSpPr/>
        <p:nvPr/>
      </p:nvGrpSpPr>
      <p:grpSpPr>
        <a:xfrm>
          <a:off x="0" y="0"/>
          <a:ext cx="0" cy="0"/>
          <a:chOff x="0" y="0"/>
          <a:chExt cx="0" cy="0"/>
        </a:xfrm>
      </p:grpSpPr>
      <p:pic>
        <p:nvPicPr>
          <p:cNvPr id="457" name="Google Shape;457;p52"/>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458" name="Google Shape;458;p52"/>
          <p:cNvGrpSpPr/>
          <p:nvPr/>
        </p:nvGrpSpPr>
        <p:grpSpPr>
          <a:xfrm>
            <a:off x="611321" y="663118"/>
            <a:ext cx="8564529" cy="62974"/>
            <a:chOff x="0" y="0"/>
            <a:chExt cx="8564527" cy="62973"/>
          </a:xfrm>
        </p:grpSpPr>
        <p:sp>
          <p:nvSpPr>
            <p:cNvPr id="459" name="Google Shape;459;p52"/>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460" name="Google Shape;460;p52"/>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461" name="Google Shape;461;p52"/>
          <p:cNvSpPr/>
          <p:nvPr/>
        </p:nvSpPr>
        <p:spPr>
          <a:xfrm>
            <a:off x="611320" y="147380"/>
            <a:ext cx="7423297"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PB  ATM TERMINAL LOCATIONS MOG &amp; REGIONS</a:t>
            </a:r>
            <a:endParaRPr b="1" i="0" sz="2400" u="none" cap="none" strike="noStrike">
              <a:solidFill>
                <a:srgbClr val="1C4175"/>
              </a:solidFill>
              <a:latin typeface="Avenir"/>
              <a:ea typeface="Avenir"/>
              <a:cs typeface="Avenir"/>
              <a:sym typeface="Aveni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pic>
        <p:nvPicPr>
          <p:cNvPr id="462" name="Google Shape;462;p52"/>
          <p:cNvPicPr preferRelativeResize="0"/>
          <p:nvPr/>
        </p:nvPicPr>
        <p:blipFill rotWithShape="1">
          <a:blip r:embed="rId4">
            <a:alphaModFix/>
          </a:blip>
          <a:srcRect b="0" l="0" r="0" t="0"/>
          <a:stretch/>
        </p:blipFill>
        <p:spPr>
          <a:xfrm>
            <a:off x="2313811" y="821202"/>
            <a:ext cx="3907875" cy="406423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466" name="Shape 466"/>
        <p:cNvGrpSpPr/>
        <p:nvPr/>
      </p:nvGrpSpPr>
      <p:grpSpPr>
        <a:xfrm>
          <a:off x="0" y="0"/>
          <a:ext cx="0" cy="0"/>
          <a:chOff x="0" y="0"/>
          <a:chExt cx="0" cy="0"/>
        </a:xfrm>
      </p:grpSpPr>
      <p:pic>
        <p:nvPicPr>
          <p:cNvPr id="467" name="Google Shape;467;p53"/>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468" name="Google Shape;468;p53"/>
          <p:cNvGrpSpPr/>
          <p:nvPr/>
        </p:nvGrpSpPr>
        <p:grpSpPr>
          <a:xfrm>
            <a:off x="611321" y="663118"/>
            <a:ext cx="8564529" cy="62974"/>
            <a:chOff x="0" y="0"/>
            <a:chExt cx="8564527" cy="62973"/>
          </a:xfrm>
        </p:grpSpPr>
        <p:sp>
          <p:nvSpPr>
            <p:cNvPr id="469" name="Google Shape;469;p53"/>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470" name="Google Shape;470;p53"/>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471" name="Google Shape;471;p53"/>
          <p:cNvSpPr/>
          <p:nvPr/>
        </p:nvSpPr>
        <p:spPr>
          <a:xfrm>
            <a:off x="611320" y="147380"/>
            <a:ext cx="7423297"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PB  ATM TERMINAL LOCATIONS MOG &amp; REGIONS</a:t>
            </a:r>
            <a:endParaRPr b="1" i="0" sz="2400" u="none" cap="none" strike="noStrike">
              <a:solidFill>
                <a:srgbClr val="1C4175"/>
              </a:solidFill>
              <a:latin typeface="Avenir"/>
              <a:ea typeface="Avenir"/>
              <a:cs typeface="Avenir"/>
              <a:sym typeface="Aveni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472" name="Google Shape;472;p53"/>
          <p:cNvSpPr txBox="1"/>
          <p:nvPr/>
        </p:nvSpPr>
        <p:spPr>
          <a:xfrm>
            <a:off x="2368363" y="821202"/>
            <a:ext cx="4119843" cy="394467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0C226"/>
              </a:buClr>
              <a:buSzPts val="1920"/>
              <a:buFont typeface="Noto Sans Symbols"/>
              <a:buNone/>
            </a:pPr>
            <a:r>
              <a:rPr b="1" i="0" lang="en-GB" sz="2400" u="none" cap="none" strike="noStrike">
                <a:solidFill>
                  <a:srgbClr val="3F3F3F"/>
                </a:solidFill>
                <a:latin typeface="Trebuchet MS"/>
                <a:ea typeface="Trebuchet MS"/>
                <a:cs typeface="Trebuchet MS"/>
                <a:sym typeface="Trebuchet MS"/>
              </a:rPr>
              <a:t>Regional ATMs:</a:t>
            </a:r>
            <a:endParaRPr/>
          </a:p>
          <a:p>
            <a:pPr indent="-285750" lvl="1" marL="742950" marR="0" rtl="0" algn="l">
              <a:lnSpc>
                <a:spcPct val="100000"/>
              </a:lnSpc>
              <a:spcBef>
                <a:spcPts val="1000"/>
              </a:spcBef>
              <a:spcAft>
                <a:spcPts val="0"/>
              </a:spcAft>
              <a:buClr>
                <a:srgbClr val="90C226"/>
              </a:buClr>
              <a:buSzPts val="1920"/>
              <a:buFont typeface="Noto Sans Symbols"/>
              <a:buChar char="❑"/>
            </a:pPr>
            <a:r>
              <a:rPr b="0" i="0" lang="en-GB" sz="2400" u="none" cap="none" strike="noStrike">
                <a:solidFill>
                  <a:srgbClr val="3F3F3F"/>
                </a:solidFill>
                <a:latin typeface="Trebuchet MS"/>
                <a:ea typeface="Trebuchet MS"/>
                <a:cs typeface="Trebuchet MS"/>
                <a:sym typeface="Trebuchet MS"/>
              </a:rPr>
              <a:t>Baidoa  1 &amp; 2</a:t>
            </a:r>
            <a:endParaRPr/>
          </a:p>
          <a:p>
            <a:pPr indent="-285750" lvl="1" marL="742950" marR="0" rtl="0" algn="l">
              <a:lnSpc>
                <a:spcPct val="100000"/>
              </a:lnSpc>
              <a:spcBef>
                <a:spcPts val="1000"/>
              </a:spcBef>
              <a:spcAft>
                <a:spcPts val="0"/>
              </a:spcAft>
              <a:buClr>
                <a:srgbClr val="90C226"/>
              </a:buClr>
              <a:buSzPts val="1920"/>
              <a:buFont typeface="Noto Sans Symbols"/>
              <a:buChar char="❑"/>
            </a:pPr>
            <a:r>
              <a:rPr b="0" i="0" lang="en-GB" sz="2400" u="none" cap="none" strike="noStrike">
                <a:solidFill>
                  <a:srgbClr val="3F3F3F"/>
                </a:solidFill>
                <a:latin typeface="Trebuchet MS"/>
                <a:ea typeface="Trebuchet MS"/>
                <a:cs typeface="Trebuchet MS"/>
                <a:sym typeface="Trebuchet MS"/>
              </a:rPr>
              <a:t>Kismayo</a:t>
            </a:r>
            <a:endParaRPr/>
          </a:p>
          <a:p>
            <a:pPr indent="-285750" lvl="1" marL="742950" marR="0" rtl="0" algn="l">
              <a:lnSpc>
                <a:spcPct val="100000"/>
              </a:lnSpc>
              <a:spcBef>
                <a:spcPts val="1000"/>
              </a:spcBef>
              <a:spcAft>
                <a:spcPts val="0"/>
              </a:spcAft>
              <a:buClr>
                <a:srgbClr val="90C226"/>
              </a:buClr>
              <a:buSzPts val="1920"/>
              <a:buFont typeface="Noto Sans Symbols"/>
              <a:buChar char="❑"/>
            </a:pPr>
            <a:r>
              <a:rPr b="0" i="0" lang="en-GB" sz="2400" u="none" cap="none" strike="noStrike">
                <a:solidFill>
                  <a:srgbClr val="3F3F3F"/>
                </a:solidFill>
                <a:latin typeface="Trebuchet MS"/>
                <a:ea typeface="Trebuchet MS"/>
                <a:cs typeface="Trebuchet MS"/>
                <a:sym typeface="Trebuchet MS"/>
              </a:rPr>
              <a:t>Dhusamareb</a:t>
            </a:r>
            <a:endParaRPr b="0" i="0" sz="2400" u="none" cap="none" strike="noStrike">
              <a:solidFill>
                <a:srgbClr val="3F3F3F"/>
              </a:solidFill>
              <a:latin typeface="Trebuchet MS"/>
              <a:ea typeface="Trebuchet MS"/>
              <a:cs typeface="Trebuchet MS"/>
              <a:sym typeface="Trebuchet MS"/>
            </a:endParaRPr>
          </a:p>
          <a:p>
            <a:pPr indent="-285750" lvl="1" marL="742950" marR="0" rtl="0" algn="l">
              <a:lnSpc>
                <a:spcPct val="100000"/>
              </a:lnSpc>
              <a:spcBef>
                <a:spcPts val="1000"/>
              </a:spcBef>
              <a:spcAft>
                <a:spcPts val="0"/>
              </a:spcAft>
              <a:buClr>
                <a:srgbClr val="90C226"/>
              </a:buClr>
              <a:buSzPts val="1920"/>
              <a:buFont typeface="Noto Sans Symbols"/>
              <a:buChar char="❑"/>
            </a:pPr>
            <a:r>
              <a:rPr b="0" i="0" lang="en-GB" sz="2400" u="none" cap="none" strike="noStrike">
                <a:solidFill>
                  <a:srgbClr val="3F3F3F"/>
                </a:solidFill>
                <a:latin typeface="Trebuchet MS"/>
                <a:ea typeface="Trebuchet MS"/>
                <a:cs typeface="Trebuchet MS"/>
                <a:sym typeface="Trebuchet MS"/>
              </a:rPr>
              <a:t>Garowe  1&amp;2</a:t>
            </a:r>
            <a:endParaRPr/>
          </a:p>
          <a:p>
            <a:pPr indent="-285750" lvl="1" marL="742950" marR="0" rtl="0" algn="l">
              <a:lnSpc>
                <a:spcPct val="100000"/>
              </a:lnSpc>
              <a:spcBef>
                <a:spcPts val="1000"/>
              </a:spcBef>
              <a:spcAft>
                <a:spcPts val="0"/>
              </a:spcAft>
              <a:buClr>
                <a:srgbClr val="90C226"/>
              </a:buClr>
              <a:buSzPts val="1920"/>
              <a:buFont typeface="Noto Sans Symbols"/>
              <a:buChar char="❑"/>
            </a:pPr>
            <a:r>
              <a:rPr b="0" i="0" lang="en-GB" sz="2400" u="none" cap="none" strike="noStrike">
                <a:solidFill>
                  <a:srgbClr val="3F3F3F"/>
                </a:solidFill>
                <a:latin typeface="Trebuchet MS"/>
                <a:ea typeface="Trebuchet MS"/>
                <a:cs typeface="Trebuchet MS"/>
                <a:sym typeface="Trebuchet MS"/>
              </a:rPr>
              <a:t>Galkacyo</a:t>
            </a:r>
            <a:endParaRPr b="0" i="0" sz="2400" u="none" cap="none" strike="noStrike">
              <a:solidFill>
                <a:srgbClr val="3F3F3F"/>
              </a:solidFill>
              <a:latin typeface="Trebuchet MS"/>
              <a:ea typeface="Trebuchet MS"/>
              <a:cs typeface="Trebuchet MS"/>
              <a:sym typeface="Trebuchet MS"/>
            </a:endParaRPr>
          </a:p>
          <a:p>
            <a:pPr indent="-285750" lvl="1" marL="742950" marR="0" rtl="0" algn="l">
              <a:lnSpc>
                <a:spcPct val="100000"/>
              </a:lnSpc>
              <a:spcBef>
                <a:spcPts val="1000"/>
              </a:spcBef>
              <a:spcAft>
                <a:spcPts val="0"/>
              </a:spcAft>
              <a:buClr>
                <a:srgbClr val="90C226"/>
              </a:buClr>
              <a:buSzPts val="1920"/>
              <a:buFont typeface="Noto Sans Symbols"/>
              <a:buChar char="❑"/>
            </a:pPr>
            <a:r>
              <a:rPr b="0" i="0" lang="en-GB" sz="2400" u="none" cap="none" strike="noStrike">
                <a:solidFill>
                  <a:srgbClr val="3F3F3F"/>
                </a:solidFill>
                <a:latin typeface="Trebuchet MS"/>
                <a:ea typeface="Trebuchet MS"/>
                <a:cs typeface="Trebuchet MS"/>
                <a:sym typeface="Trebuchet MS"/>
              </a:rPr>
              <a:t>Qardho</a:t>
            </a:r>
            <a:endParaRPr b="0" i="0" sz="2400" u="none" cap="none" strike="noStrike">
              <a:solidFill>
                <a:srgbClr val="3F3F3F"/>
              </a:solidFill>
              <a:latin typeface="Trebuchet MS"/>
              <a:ea typeface="Trebuchet MS"/>
              <a:cs typeface="Trebuchet MS"/>
              <a:sym typeface="Trebuchet MS"/>
            </a:endParaRPr>
          </a:p>
          <a:p>
            <a:pPr indent="-285750" lvl="1" marL="742950" marR="0" rtl="0" algn="l">
              <a:lnSpc>
                <a:spcPct val="100000"/>
              </a:lnSpc>
              <a:spcBef>
                <a:spcPts val="1000"/>
              </a:spcBef>
              <a:spcAft>
                <a:spcPts val="0"/>
              </a:spcAft>
              <a:buClr>
                <a:srgbClr val="90C226"/>
              </a:buClr>
              <a:buSzPts val="1920"/>
              <a:buFont typeface="Noto Sans Symbols"/>
              <a:buChar char="❑"/>
            </a:pPr>
            <a:r>
              <a:rPr b="0" i="0" lang="en-GB" sz="2400" u="none" cap="none" strike="noStrike">
                <a:solidFill>
                  <a:srgbClr val="3F3F3F"/>
                </a:solidFill>
                <a:latin typeface="Trebuchet MS"/>
                <a:ea typeface="Trebuchet MS"/>
                <a:cs typeface="Trebuchet MS"/>
                <a:sym typeface="Trebuchet MS"/>
              </a:rPr>
              <a:t>Bosaso</a:t>
            </a:r>
            <a:endParaRPr b="0" i="0" sz="2400" u="none" cap="none" strike="noStrike">
              <a:solidFill>
                <a:srgbClr val="3F3F3F"/>
              </a:solidFill>
              <a:latin typeface="Trebuchet MS"/>
              <a:ea typeface="Trebuchet MS"/>
              <a:cs typeface="Trebuchet MS"/>
              <a:sym typeface="Trebuchet M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476" name="Shape 476"/>
        <p:cNvGrpSpPr/>
        <p:nvPr/>
      </p:nvGrpSpPr>
      <p:grpSpPr>
        <a:xfrm>
          <a:off x="0" y="0"/>
          <a:ext cx="0" cy="0"/>
          <a:chOff x="0" y="0"/>
          <a:chExt cx="0" cy="0"/>
        </a:xfrm>
      </p:grpSpPr>
      <p:pic>
        <p:nvPicPr>
          <p:cNvPr id="477" name="Google Shape;477;p54"/>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478" name="Google Shape;478;p54"/>
          <p:cNvGrpSpPr/>
          <p:nvPr/>
        </p:nvGrpSpPr>
        <p:grpSpPr>
          <a:xfrm>
            <a:off x="611321" y="663118"/>
            <a:ext cx="8564529" cy="62974"/>
            <a:chOff x="0" y="0"/>
            <a:chExt cx="8564527" cy="62973"/>
          </a:xfrm>
        </p:grpSpPr>
        <p:sp>
          <p:nvSpPr>
            <p:cNvPr id="479" name="Google Shape;479;p54"/>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480" name="Google Shape;480;p54"/>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481" name="Google Shape;481;p54"/>
          <p:cNvSpPr/>
          <p:nvPr/>
        </p:nvSpPr>
        <p:spPr>
          <a:xfrm>
            <a:off x="611320" y="147378"/>
            <a:ext cx="7423297"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TOP FIVE PERFORMING ATMS</a:t>
            </a:r>
            <a:endParaRPr b="1" i="0" sz="2400" u="none" cap="none" strike="noStrike">
              <a:solidFill>
                <a:srgbClr val="1C4175"/>
              </a:solidFill>
              <a:latin typeface="Avenir"/>
              <a:ea typeface="Avenir"/>
              <a:cs typeface="Avenir"/>
              <a:sym typeface="Aveni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pic>
        <p:nvPicPr>
          <p:cNvPr id="482" name="Google Shape;482;p54"/>
          <p:cNvPicPr preferRelativeResize="0"/>
          <p:nvPr/>
        </p:nvPicPr>
        <p:blipFill rotWithShape="1">
          <a:blip r:embed="rId4">
            <a:alphaModFix/>
          </a:blip>
          <a:srcRect b="0" l="0" r="0" t="0"/>
          <a:stretch/>
        </p:blipFill>
        <p:spPr>
          <a:xfrm>
            <a:off x="340693" y="725605"/>
            <a:ext cx="8614395" cy="401136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486" name="Shape 486"/>
        <p:cNvGrpSpPr/>
        <p:nvPr/>
      </p:nvGrpSpPr>
      <p:grpSpPr>
        <a:xfrm>
          <a:off x="0" y="0"/>
          <a:ext cx="0" cy="0"/>
          <a:chOff x="0" y="0"/>
          <a:chExt cx="0" cy="0"/>
        </a:xfrm>
      </p:grpSpPr>
      <p:pic>
        <p:nvPicPr>
          <p:cNvPr id="487" name="Google Shape;487;p55"/>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488" name="Google Shape;488;p55"/>
          <p:cNvGrpSpPr/>
          <p:nvPr/>
        </p:nvGrpSpPr>
        <p:grpSpPr>
          <a:xfrm>
            <a:off x="611321" y="663118"/>
            <a:ext cx="8564529" cy="62974"/>
            <a:chOff x="0" y="0"/>
            <a:chExt cx="8564527" cy="62973"/>
          </a:xfrm>
        </p:grpSpPr>
        <p:sp>
          <p:nvSpPr>
            <p:cNvPr id="489" name="Google Shape;489;p55"/>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490" name="Google Shape;490;p55"/>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491" name="Google Shape;491;p55"/>
          <p:cNvSpPr/>
          <p:nvPr/>
        </p:nvSpPr>
        <p:spPr>
          <a:xfrm>
            <a:off x="611320" y="147378"/>
            <a:ext cx="7423297"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BOTTOM FIVE UNDERPERFORMING ATMS</a:t>
            </a:r>
            <a:endParaRPr b="1" i="0" sz="2400" u="none" cap="none" strike="noStrike">
              <a:solidFill>
                <a:srgbClr val="1C4175"/>
              </a:solidFill>
              <a:latin typeface="Avenir"/>
              <a:ea typeface="Avenir"/>
              <a:cs typeface="Avenir"/>
              <a:sym typeface="Aveni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grpSp>
        <p:nvGrpSpPr>
          <p:cNvPr id="492" name="Google Shape;492;p55"/>
          <p:cNvGrpSpPr/>
          <p:nvPr/>
        </p:nvGrpSpPr>
        <p:grpSpPr>
          <a:xfrm>
            <a:off x="500600" y="915405"/>
            <a:ext cx="8273605" cy="3985200"/>
            <a:chOff x="0" y="14294"/>
            <a:chExt cx="8273605" cy="3985200"/>
          </a:xfrm>
        </p:grpSpPr>
        <p:sp>
          <p:nvSpPr>
            <p:cNvPr id="493" name="Google Shape;493;p55"/>
            <p:cNvSpPr/>
            <p:nvPr/>
          </p:nvSpPr>
          <p:spPr>
            <a:xfrm>
              <a:off x="0" y="279974"/>
              <a:ext cx="8273605" cy="453600"/>
            </a:xfrm>
            <a:prstGeom prst="rect">
              <a:avLst/>
            </a:prstGeom>
            <a:solidFill>
              <a:srgbClr val="FFFFFF"/>
            </a:solidFill>
            <a:ln cap="rnd" cmpd="sng" w="19050">
              <a:solidFill>
                <a:srgbClr val="90C2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55"/>
            <p:cNvSpPr/>
            <p:nvPr/>
          </p:nvSpPr>
          <p:spPr>
            <a:xfrm>
              <a:off x="413680" y="14294"/>
              <a:ext cx="5791523" cy="531360"/>
            </a:xfrm>
            <a:prstGeom prst="roundRect">
              <a:avLst>
                <a:gd fmla="val 16667" name="adj"/>
              </a:avLst>
            </a:prstGeom>
            <a:solidFill>
              <a:srgbClr val="90C223"/>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55"/>
            <p:cNvSpPr txBox="1"/>
            <p:nvPr/>
          </p:nvSpPr>
          <p:spPr>
            <a:xfrm>
              <a:off x="439619" y="40233"/>
              <a:ext cx="5739645" cy="479482"/>
            </a:xfrm>
            <a:prstGeom prst="rect">
              <a:avLst/>
            </a:prstGeom>
            <a:noFill/>
            <a:ln>
              <a:noFill/>
            </a:ln>
          </p:spPr>
          <p:txBody>
            <a:bodyPr anchorCtr="0" anchor="ctr" bIns="0" lIns="218900" spcFirstLastPara="1" rIns="218900" wrap="square" tIns="0">
              <a:noAutofit/>
            </a:bodyPr>
            <a:lstStyle/>
            <a:p>
              <a:pPr indent="0" lvl="0" marL="0" marR="0" rtl="0" algn="l">
                <a:lnSpc>
                  <a:spcPct val="90000"/>
                </a:lnSpc>
                <a:spcBef>
                  <a:spcPts val="0"/>
                </a:spcBef>
                <a:spcAft>
                  <a:spcPts val="0"/>
                </a:spcAft>
                <a:buClr>
                  <a:srgbClr val="000000"/>
                </a:buClr>
                <a:buSzPts val="3200"/>
                <a:buFont typeface="Arial"/>
                <a:buNone/>
              </a:pPr>
              <a:r>
                <a:rPr b="0" i="0" lang="en-GB" sz="3200" u="none" cap="none" strike="noStrike">
                  <a:solidFill>
                    <a:srgbClr val="FFFFFF"/>
                  </a:solidFill>
                  <a:latin typeface="Trebuchet MS"/>
                  <a:ea typeface="Trebuchet MS"/>
                  <a:cs typeface="Trebuchet MS"/>
                  <a:sym typeface="Trebuchet MS"/>
                </a:rPr>
                <a:t>ELITE ATM</a:t>
              </a:r>
              <a:endParaRPr/>
            </a:p>
          </p:txBody>
        </p:sp>
        <p:sp>
          <p:nvSpPr>
            <p:cNvPr id="496" name="Google Shape;496;p55"/>
            <p:cNvSpPr/>
            <p:nvPr/>
          </p:nvSpPr>
          <p:spPr>
            <a:xfrm>
              <a:off x="0" y="1096454"/>
              <a:ext cx="8273605" cy="453600"/>
            </a:xfrm>
            <a:prstGeom prst="rect">
              <a:avLst/>
            </a:prstGeom>
            <a:solidFill>
              <a:srgbClr val="FFFFFF"/>
            </a:solidFill>
            <a:ln cap="rnd" cmpd="sng" w="19050">
              <a:solidFill>
                <a:srgbClr val="90C2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55"/>
            <p:cNvSpPr/>
            <p:nvPr/>
          </p:nvSpPr>
          <p:spPr>
            <a:xfrm>
              <a:off x="413680" y="830774"/>
              <a:ext cx="5791523" cy="531360"/>
            </a:xfrm>
            <a:prstGeom prst="roundRect">
              <a:avLst>
                <a:gd fmla="val 16667" name="adj"/>
              </a:avLst>
            </a:prstGeom>
            <a:solidFill>
              <a:srgbClr val="90C223"/>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55"/>
            <p:cNvSpPr txBox="1"/>
            <p:nvPr/>
          </p:nvSpPr>
          <p:spPr>
            <a:xfrm>
              <a:off x="439619" y="856713"/>
              <a:ext cx="5739645" cy="479482"/>
            </a:xfrm>
            <a:prstGeom prst="rect">
              <a:avLst/>
            </a:prstGeom>
            <a:noFill/>
            <a:ln>
              <a:noFill/>
            </a:ln>
          </p:spPr>
          <p:txBody>
            <a:bodyPr anchorCtr="0" anchor="ctr" bIns="0" lIns="218900" spcFirstLastPara="1" rIns="218900" wrap="square" tIns="0">
              <a:noAutofit/>
            </a:bodyPr>
            <a:lstStyle/>
            <a:p>
              <a:pPr indent="0" lvl="0" marL="0" marR="0" rtl="0" algn="l">
                <a:lnSpc>
                  <a:spcPct val="90000"/>
                </a:lnSpc>
                <a:spcBef>
                  <a:spcPts val="0"/>
                </a:spcBef>
                <a:spcAft>
                  <a:spcPts val="0"/>
                </a:spcAft>
                <a:buClr>
                  <a:srgbClr val="000000"/>
                </a:buClr>
                <a:buSzPts val="3200"/>
                <a:buFont typeface="Arial"/>
                <a:buNone/>
              </a:pPr>
              <a:r>
                <a:rPr b="0" i="0" lang="en-GB" sz="3200" u="none" cap="none" strike="noStrike">
                  <a:solidFill>
                    <a:srgbClr val="FFFFFF"/>
                  </a:solidFill>
                  <a:latin typeface="Trebuchet MS"/>
                  <a:ea typeface="Trebuchet MS"/>
                  <a:cs typeface="Trebuchet MS"/>
                  <a:sym typeface="Trebuchet MS"/>
                </a:rPr>
                <a:t>GAROWE BRANCH ATM</a:t>
              </a:r>
              <a:endParaRPr/>
            </a:p>
          </p:txBody>
        </p:sp>
        <p:sp>
          <p:nvSpPr>
            <p:cNvPr id="499" name="Google Shape;499;p55"/>
            <p:cNvSpPr/>
            <p:nvPr/>
          </p:nvSpPr>
          <p:spPr>
            <a:xfrm>
              <a:off x="0" y="1912934"/>
              <a:ext cx="8273605" cy="453600"/>
            </a:xfrm>
            <a:prstGeom prst="rect">
              <a:avLst/>
            </a:prstGeom>
            <a:solidFill>
              <a:srgbClr val="FFFFFF"/>
            </a:solidFill>
            <a:ln cap="rnd" cmpd="sng" w="19050">
              <a:solidFill>
                <a:srgbClr val="90C2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55"/>
            <p:cNvSpPr/>
            <p:nvPr/>
          </p:nvSpPr>
          <p:spPr>
            <a:xfrm>
              <a:off x="413680" y="1647254"/>
              <a:ext cx="5791523" cy="531360"/>
            </a:xfrm>
            <a:prstGeom prst="roundRect">
              <a:avLst>
                <a:gd fmla="val 16667" name="adj"/>
              </a:avLst>
            </a:prstGeom>
            <a:solidFill>
              <a:srgbClr val="90C223"/>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55"/>
            <p:cNvSpPr txBox="1"/>
            <p:nvPr/>
          </p:nvSpPr>
          <p:spPr>
            <a:xfrm>
              <a:off x="439619" y="1673193"/>
              <a:ext cx="5739645" cy="479482"/>
            </a:xfrm>
            <a:prstGeom prst="rect">
              <a:avLst/>
            </a:prstGeom>
            <a:noFill/>
            <a:ln>
              <a:noFill/>
            </a:ln>
          </p:spPr>
          <p:txBody>
            <a:bodyPr anchorCtr="0" anchor="ctr" bIns="0" lIns="218900" spcFirstLastPara="1" rIns="218900" wrap="square" tIns="0">
              <a:noAutofit/>
            </a:bodyPr>
            <a:lstStyle/>
            <a:p>
              <a:pPr indent="0" lvl="0" marL="0" marR="0" rtl="0" algn="l">
                <a:lnSpc>
                  <a:spcPct val="90000"/>
                </a:lnSpc>
                <a:spcBef>
                  <a:spcPts val="0"/>
                </a:spcBef>
                <a:spcAft>
                  <a:spcPts val="0"/>
                </a:spcAft>
                <a:buClr>
                  <a:srgbClr val="000000"/>
                </a:buClr>
                <a:buSzPts val="3200"/>
                <a:buFont typeface="Arial"/>
                <a:buNone/>
              </a:pPr>
              <a:r>
                <a:rPr b="0" i="0" lang="en-GB" sz="3200" u="none" cap="none" strike="noStrike">
                  <a:solidFill>
                    <a:srgbClr val="FFFFFF"/>
                  </a:solidFill>
                  <a:latin typeface="Trebuchet MS"/>
                  <a:ea typeface="Trebuchet MS"/>
                  <a:cs typeface="Trebuchet MS"/>
                  <a:sym typeface="Trebuchet MS"/>
                </a:rPr>
                <a:t>DHUSAMAREB ATM</a:t>
              </a:r>
              <a:endParaRPr/>
            </a:p>
          </p:txBody>
        </p:sp>
        <p:sp>
          <p:nvSpPr>
            <p:cNvPr id="502" name="Google Shape;502;p55"/>
            <p:cNvSpPr/>
            <p:nvPr/>
          </p:nvSpPr>
          <p:spPr>
            <a:xfrm>
              <a:off x="0" y="2729414"/>
              <a:ext cx="8273605" cy="453600"/>
            </a:xfrm>
            <a:prstGeom prst="rect">
              <a:avLst/>
            </a:prstGeom>
            <a:solidFill>
              <a:srgbClr val="FFFFFF"/>
            </a:solidFill>
            <a:ln cap="rnd" cmpd="sng" w="19050">
              <a:solidFill>
                <a:srgbClr val="90C2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55"/>
            <p:cNvSpPr/>
            <p:nvPr/>
          </p:nvSpPr>
          <p:spPr>
            <a:xfrm>
              <a:off x="413680" y="2463734"/>
              <a:ext cx="5791523" cy="531360"/>
            </a:xfrm>
            <a:prstGeom prst="roundRect">
              <a:avLst>
                <a:gd fmla="val 16667" name="adj"/>
              </a:avLst>
            </a:prstGeom>
            <a:solidFill>
              <a:srgbClr val="90C223"/>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55"/>
            <p:cNvSpPr txBox="1"/>
            <p:nvPr/>
          </p:nvSpPr>
          <p:spPr>
            <a:xfrm>
              <a:off x="439619" y="2489673"/>
              <a:ext cx="5739645" cy="479482"/>
            </a:xfrm>
            <a:prstGeom prst="rect">
              <a:avLst/>
            </a:prstGeom>
            <a:noFill/>
            <a:ln>
              <a:noFill/>
            </a:ln>
          </p:spPr>
          <p:txBody>
            <a:bodyPr anchorCtr="0" anchor="ctr" bIns="0" lIns="218900" spcFirstLastPara="1" rIns="218900" wrap="square" tIns="0">
              <a:noAutofit/>
            </a:bodyPr>
            <a:lstStyle/>
            <a:p>
              <a:pPr indent="0" lvl="0" marL="0" marR="0" rtl="0" algn="l">
                <a:lnSpc>
                  <a:spcPct val="90000"/>
                </a:lnSpc>
                <a:spcBef>
                  <a:spcPts val="0"/>
                </a:spcBef>
                <a:spcAft>
                  <a:spcPts val="0"/>
                </a:spcAft>
                <a:buClr>
                  <a:srgbClr val="000000"/>
                </a:buClr>
                <a:buSzPts val="3200"/>
                <a:buFont typeface="Arial"/>
                <a:buNone/>
              </a:pPr>
              <a:r>
                <a:rPr b="0" i="0" lang="en-GB" sz="3200" u="none" cap="none" strike="noStrike">
                  <a:solidFill>
                    <a:srgbClr val="FFFFFF"/>
                  </a:solidFill>
                  <a:latin typeface="Trebuchet MS"/>
                  <a:ea typeface="Trebuchet MS"/>
                  <a:cs typeface="Trebuchet MS"/>
                  <a:sym typeface="Trebuchet MS"/>
                </a:rPr>
                <a:t>GALKACYO ATM</a:t>
              </a:r>
              <a:endParaRPr/>
            </a:p>
          </p:txBody>
        </p:sp>
        <p:sp>
          <p:nvSpPr>
            <p:cNvPr id="505" name="Google Shape;505;p55"/>
            <p:cNvSpPr/>
            <p:nvPr/>
          </p:nvSpPr>
          <p:spPr>
            <a:xfrm>
              <a:off x="0" y="3545894"/>
              <a:ext cx="8273605" cy="453600"/>
            </a:xfrm>
            <a:prstGeom prst="rect">
              <a:avLst/>
            </a:prstGeom>
            <a:solidFill>
              <a:srgbClr val="FFFFFF"/>
            </a:solidFill>
            <a:ln cap="rnd" cmpd="sng" w="19050">
              <a:solidFill>
                <a:srgbClr val="90C2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55"/>
            <p:cNvSpPr/>
            <p:nvPr/>
          </p:nvSpPr>
          <p:spPr>
            <a:xfrm>
              <a:off x="413680" y="3280214"/>
              <a:ext cx="5791523" cy="531360"/>
            </a:xfrm>
            <a:prstGeom prst="roundRect">
              <a:avLst>
                <a:gd fmla="val 16667" name="adj"/>
              </a:avLst>
            </a:prstGeom>
            <a:solidFill>
              <a:srgbClr val="90C223"/>
            </a:solidFill>
            <a:ln cap="rnd"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55"/>
            <p:cNvSpPr txBox="1"/>
            <p:nvPr/>
          </p:nvSpPr>
          <p:spPr>
            <a:xfrm>
              <a:off x="439619" y="3306153"/>
              <a:ext cx="5739645" cy="479482"/>
            </a:xfrm>
            <a:prstGeom prst="rect">
              <a:avLst/>
            </a:prstGeom>
            <a:noFill/>
            <a:ln>
              <a:noFill/>
            </a:ln>
          </p:spPr>
          <p:txBody>
            <a:bodyPr anchorCtr="0" anchor="ctr" bIns="0" lIns="218900" spcFirstLastPara="1" rIns="218900" wrap="square" tIns="0">
              <a:noAutofit/>
            </a:bodyPr>
            <a:lstStyle/>
            <a:p>
              <a:pPr indent="0" lvl="0" marL="0" marR="0" rtl="0" algn="l">
                <a:lnSpc>
                  <a:spcPct val="90000"/>
                </a:lnSpc>
                <a:spcBef>
                  <a:spcPts val="0"/>
                </a:spcBef>
                <a:spcAft>
                  <a:spcPts val="0"/>
                </a:spcAft>
                <a:buClr>
                  <a:srgbClr val="000000"/>
                </a:buClr>
                <a:buSzPts val="3200"/>
                <a:buFont typeface="Arial"/>
                <a:buNone/>
              </a:pPr>
              <a:r>
                <a:rPr b="0" i="0" lang="en-GB" sz="3200" u="none" cap="none" strike="noStrike">
                  <a:solidFill>
                    <a:srgbClr val="FFFFFF"/>
                  </a:solidFill>
                  <a:latin typeface="Trebuchet MS"/>
                  <a:ea typeface="Trebuchet MS"/>
                  <a:cs typeface="Trebuchet MS"/>
                  <a:sym typeface="Trebuchet MS"/>
                </a:rPr>
                <a:t>INTERNATIONAL ATM</a:t>
              </a: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511" name="Shape 511"/>
        <p:cNvGrpSpPr/>
        <p:nvPr/>
      </p:nvGrpSpPr>
      <p:grpSpPr>
        <a:xfrm>
          <a:off x="0" y="0"/>
          <a:ext cx="0" cy="0"/>
          <a:chOff x="0" y="0"/>
          <a:chExt cx="0" cy="0"/>
        </a:xfrm>
      </p:grpSpPr>
      <p:pic>
        <p:nvPicPr>
          <p:cNvPr id="512" name="Google Shape;512;p56"/>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513" name="Google Shape;513;p56"/>
          <p:cNvGrpSpPr/>
          <p:nvPr/>
        </p:nvGrpSpPr>
        <p:grpSpPr>
          <a:xfrm>
            <a:off x="611321" y="663118"/>
            <a:ext cx="8564529" cy="62974"/>
            <a:chOff x="0" y="0"/>
            <a:chExt cx="8564527" cy="62973"/>
          </a:xfrm>
        </p:grpSpPr>
        <p:sp>
          <p:nvSpPr>
            <p:cNvPr id="514" name="Google Shape;514;p56"/>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515" name="Google Shape;515;p56"/>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516" name="Google Shape;516;p56"/>
          <p:cNvSpPr/>
          <p:nvPr/>
        </p:nvSpPr>
        <p:spPr>
          <a:xfrm>
            <a:off x="611321" y="147380"/>
            <a:ext cx="4697120"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Premier POS</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517" name="Google Shape;517;p56"/>
          <p:cNvSpPr/>
          <p:nvPr/>
        </p:nvSpPr>
        <p:spPr>
          <a:xfrm>
            <a:off x="611321" y="820708"/>
            <a:ext cx="8109879" cy="3980577"/>
          </a:xfrm>
          <a:prstGeom prst="rect">
            <a:avLst/>
          </a:prstGeom>
          <a:noFill/>
          <a:ln>
            <a:noFill/>
          </a:ln>
        </p:spPr>
        <p:txBody>
          <a:bodyPr anchorCtr="0" anchor="t" bIns="50800" lIns="50800" spcFirstLastPara="1" rIns="50800" wrap="square" tIns="50800">
            <a:spAutoFit/>
          </a:bodyPr>
          <a:lstStyle/>
          <a:p>
            <a:pPr indent="0" lvl="0" marL="40639" marR="40639" rtl="0" algn="just">
              <a:lnSpc>
                <a:spcPct val="150000"/>
              </a:lnSpc>
              <a:spcBef>
                <a:spcPts val="0"/>
              </a:spcBef>
              <a:spcAft>
                <a:spcPts val="0"/>
              </a:spcAft>
              <a:buNone/>
            </a:pPr>
            <a:r>
              <a:rPr b="0" i="0" lang="en-GB" sz="1200" u="none" cap="none" strike="noStrike">
                <a:solidFill>
                  <a:srgbClr val="1A4276"/>
                </a:solidFill>
                <a:latin typeface="Trebuchet MS"/>
                <a:ea typeface="Trebuchet MS"/>
                <a:cs typeface="Trebuchet MS"/>
                <a:sym typeface="Trebuchet MS"/>
              </a:rPr>
              <a:t>What is the Premier POS?</a:t>
            </a:r>
            <a:endParaRPr/>
          </a:p>
          <a:p>
            <a:pPr indent="0" lvl="0" marL="40639" marR="40639" rtl="0" algn="just">
              <a:lnSpc>
                <a:spcPct val="150000"/>
              </a:lnSpc>
              <a:spcBef>
                <a:spcPts val="0"/>
              </a:spcBef>
              <a:spcAft>
                <a:spcPts val="0"/>
              </a:spcAft>
              <a:buNone/>
            </a:pPr>
            <a:r>
              <a:rPr b="0" i="0" lang="en-GB" sz="1200" u="none" cap="none" strike="noStrike">
                <a:solidFill>
                  <a:srgbClr val="1A4276"/>
                </a:solidFill>
                <a:latin typeface="Trebuchet MS"/>
                <a:ea typeface="Trebuchet MS"/>
                <a:cs typeface="Trebuchet MS"/>
                <a:sym typeface="Trebuchet MS"/>
              </a:rPr>
              <a:t>Premier POS is an electronic payment processing machine that eliminates the need for cash. Process payments safely and conveniently with:</a:t>
            </a:r>
            <a:endParaRPr/>
          </a:p>
          <a:p>
            <a:pPr indent="-171450" lvl="0" marL="212089" marR="40639" rtl="0" algn="just">
              <a:lnSpc>
                <a:spcPct val="150000"/>
              </a:lnSpc>
              <a:spcBef>
                <a:spcPts val="0"/>
              </a:spcBef>
              <a:spcAft>
                <a:spcPts val="0"/>
              </a:spcAft>
              <a:buClr>
                <a:srgbClr val="1A4276"/>
              </a:buClr>
              <a:buSzPts val="1600"/>
              <a:buFont typeface="Arial"/>
              <a:buChar char="•"/>
            </a:pPr>
            <a:r>
              <a:rPr b="0" i="0" lang="en-GB" sz="1200" u="none" cap="none" strike="noStrike">
                <a:solidFill>
                  <a:srgbClr val="1A4276"/>
                </a:solidFill>
                <a:latin typeface="Trebuchet MS"/>
                <a:ea typeface="Trebuchet MS"/>
                <a:cs typeface="Trebuchet MS"/>
                <a:sym typeface="Trebuchet MS"/>
              </a:rPr>
              <a:t>Premier MasterCard Debit Card</a:t>
            </a:r>
            <a:endParaRPr/>
          </a:p>
          <a:p>
            <a:pPr indent="-171450" lvl="0" marL="212089" marR="40639" rtl="0" algn="just">
              <a:lnSpc>
                <a:spcPct val="150000"/>
              </a:lnSpc>
              <a:spcBef>
                <a:spcPts val="0"/>
              </a:spcBef>
              <a:spcAft>
                <a:spcPts val="0"/>
              </a:spcAft>
              <a:buClr>
                <a:srgbClr val="1A4276"/>
              </a:buClr>
              <a:buSzPts val="1600"/>
              <a:buFont typeface="Arial"/>
              <a:buChar char="•"/>
            </a:pPr>
            <a:r>
              <a:rPr b="0" i="0" lang="en-GB" sz="1200" u="none" cap="none" strike="noStrike">
                <a:solidFill>
                  <a:srgbClr val="1A4276"/>
                </a:solidFill>
                <a:latin typeface="Trebuchet MS"/>
                <a:ea typeface="Trebuchet MS"/>
                <a:cs typeface="Trebuchet MS"/>
                <a:sym typeface="Trebuchet MS"/>
              </a:rPr>
              <a:t>Other bank cards: VISA, MasterCard, and Discover</a:t>
            </a:r>
            <a:endParaRPr/>
          </a:p>
          <a:p>
            <a:pPr indent="0" lvl="0" marL="40639" marR="40639" rtl="0" algn="just">
              <a:lnSpc>
                <a:spcPct val="150000"/>
              </a:lnSpc>
              <a:spcBef>
                <a:spcPts val="0"/>
              </a:spcBef>
              <a:spcAft>
                <a:spcPts val="0"/>
              </a:spcAft>
              <a:buNone/>
            </a:pPr>
            <a:r>
              <a:rPr b="1" i="0" lang="en-GB" sz="1200" u="none" cap="none" strike="noStrike">
                <a:solidFill>
                  <a:srgbClr val="00B050"/>
                </a:solidFill>
                <a:latin typeface="Trebuchet MS"/>
                <a:ea typeface="Trebuchet MS"/>
                <a:cs typeface="Trebuchet MS"/>
                <a:sym typeface="Trebuchet MS"/>
              </a:rPr>
              <a:t>Advantages</a:t>
            </a:r>
            <a:endParaRPr/>
          </a:p>
          <a:p>
            <a:pPr indent="-171450" lvl="0" marL="212089" marR="40639" rtl="0" algn="just">
              <a:lnSpc>
                <a:spcPct val="150000"/>
              </a:lnSpc>
              <a:spcBef>
                <a:spcPts val="0"/>
              </a:spcBef>
              <a:spcAft>
                <a:spcPts val="0"/>
              </a:spcAft>
              <a:buClr>
                <a:srgbClr val="1A4276"/>
              </a:buClr>
              <a:buSzPts val="1600"/>
              <a:buFont typeface="Arial"/>
              <a:buChar char="•"/>
            </a:pPr>
            <a:r>
              <a:rPr b="0" i="0" lang="en-GB" sz="1200" u="none" cap="none" strike="noStrike">
                <a:solidFill>
                  <a:srgbClr val="1A4276"/>
                </a:solidFill>
                <a:latin typeface="Trebuchet MS"/>
                <a:ea typeface="Trebuchet MS"/>
                <a:cs typeface="Trebuchet MS"/>
                <a:sym typeface="Trebuchet MS"/>
              </a:rPr>
              <a:t>No cash required</a:t>
            </a:r>
            <a:endParaRPr/>
          </a:p>
          <a:p>
            <a:pPr indent="-171450" lvl="0" marL="212089" marR="40639" rtl="0" algn="just">
              <a:lnSpc>
                <a:spcPct val="150000"/>
              </a:lnSpc>
              <a:spcBef>
                <a:spcPts val="0"/>
              </a:spcBef>
              <a:spcAft>
                <a:spcPts val="0"/>
              </a:spcAft>
              <a:buClr>
                <a:srgbClr val="1A4276"/>
              </a:buClr>
              <a:buSzPts val="1600"/>
              <a:buFont typeface="Arial"/>
              <a:buChar char="•"/>
            </a:pPr>
            <a:r>
              <a:rPr b="0" i="0" lang="en-GB" sz="1200" u="none" cap="none" strike="noStrike">
                <a:solidFill>
                  <a:srgbClr val="1A4276"/>
                </a:solidFill>
                <a:latin typeface="Trebuchet MS"/>
                <a:ea typeface="Trebuchet MS"/>
                <a:cs typeface="Trebuchet MS"/>
                <a:sym typeface="Trebuchet MS"/>
              </a:rPr>
              <a:t>Safe and convenient payment processing</a:t>
            </a:r>
            <a:endParaRPr/>
          </a:p>
          <a:p>
            <a:pPr indent="-171450" lvl="0" marL="212089" marR="40639" rtl="0" algn="just">
              <a:lnSpc>
                <a:spcPct val="150000"/>
              </a:lnSpc>
              <a:spcBef>
                <a:spcPts val="0"/>
              </a:spcBef>
              <a:spcAft>
                <a:spcPts val="0"/>
              </a:spcAft>
              <a:buClr>
                <a:srgbClr val="1A4276"/>
              </a:buClr>
              <a:buSzPts val="1600"/>
              <a:buFont typeface="Arial"/>
              <a:buChar char="•"/>
            </a:pPr>
            <a:r>
              <a:rPr b="0" i="0" lang="en-GB" sz="1200" u="none" cap="none" strike="noStrike">
                <a:solidFill>
                  <a:srgbClr val="1A4276"/>
                </a:solidFill>
                <a:latin typeface="Trebuchet MS"/>
                <a:ea typeface="Trebuchet MS"/>
                <a:cs typeface="Trebuchet MS"/>
                <a:sym typeface="Trebuchet MS"/>
              </a:rPr>
              <a:t>Discounts and promotions from our partners</a:t>
            </a:r>
            <a:endParaRPr/>
          </a:p>
          <a:p>
            <a:pPr indent="0" lvl="0" marL="40639" marR="40639" rtl="0" algn="just">
              <a:lnSpc>
                <a:spcPct val="150000"/>
              </a:lnSpc>
              <a:spcBef>
                <a:spcPts val="0"/>
              </a:spcBef>
              <a:spcAft>
                <a:spcPts val="0"/>
              </a:spcAft>
              <a:buNone/>
            </a:pPr>
            <a:r>
              <a:t/>
            </a:r>
            <a:endParaRPr b="1" i="0" sz="1200" u="none" cap="none" strike="noStrike">
              <a:solidFill>
                <a:srgbClr val="00B050"/>
              </a:solidFill>
              <a:latin typeface="Trebuchet MS"/>
              <a:ea typeface="Trebuchet MS"/>
              <a:cs typeface="Trebuchet MS"/>
              <a:sym typeface="Trebuchet MS"/>
            </a:endParaRPr>
          </a:p>
          <a:p>
            <a:pPr indent="0" lvl="0" marL="40639" marR="40639" rtl="0" algn="just">
              <a:lnSpc>
                <a:spcPct val="150000"/>
              </a:lnSpc>
              <a:spcBef>
                <a:spcPts val="0"/>
              </a:spcBef>
              <a:spcAft>
                <a:spcPts val="0"/>
              </a:spcAft>
              <a:buNone/>
            </a:pPr>
            <a:r>
              <a:rPr b="1" i="0" lang="en-GB" sz="1200" u="none" cap="none" strike="noStrike">
                <a:solidFill>
                  <a:srgbClr val="00B050"/>
                </a:solidFill>
                <a:latin typeface="Trebuchet MS"/>
                <a:ea typeface="Trebuchet MS"/>
                <a:cs typeface="Trebuchet MS"/>
                <a:sym typeface="Trebuchet MS"/>
              </a:rPr>
              <a:t>Where to Use</a:t>
            </a:r>
            <a:endParaRPr/>
          </a:p>
          <a:p>
            <a:pPr indent="0" lvl="0" marL="40639" marR="40639" rtl="0" algn="just">
              <a:lnSpc>
                <a:spcPct val="150000"/>
              </a:lnSpc>
              <a:spcBef>
                <a:spcPts val="0"/>
              </a:spcBef>
              <a:spcAft>
                <a:spcPts val="0"/>
              </a:spcAft>
              <a:buNone/>
            </a:pPr>
            <a:r>
              <a:rPr b="0" i="0" lang="en-GB" sz="1200" u="none" cap="none" strike="noStrike">
                <a:solidFill>
                  <a:srgbClr val="1A4276"/>
                </a:solidFill>
                <a:latin typeface="Trebuchet MS"/>
                <a:ea typeface="Trebuchet MS"/>
                <a:cs typeface="Trebuchet MS"/>
                <a:sym typeface="Trebuchet MS"/>
              </a:rPr>
              <a:t>You can use Premier POS in many locations in all provinces and towns including:</a:t>
            </a:r>
            <a:endParaRPr/>
          </a:p>
          <a:p>
            <a:pPr indent="0" lvl="0" marL="40639" marR="40639" rtl="0" algn="just">
              <a:lnSpc>
                <a:spcPct val="150000"/>
              </a:lnSpc>
              <a:spcBef>
                <a:spcPts val="0"/>
              </a:spcBef>
              <a:spcAft>
                <a:spcPts val="0"/>
              </a:spcAft>
              <a:buNone/>
            </a:pPr>
            <a:r>
              <a:rPr b="0" i="0" lang="en-GB" sz="1200" u="none" cap="none" strike="noStrike">
                <a:solidFill>
                  <a:srgbClr val="1A4276"/>
                </a:solidFill>
                <a:latin typeface="Trebuchet MS"/>
                <a:ea typeface="Trebuchet MS"/>
                <a:cs typeface="Trebuchet MS"/>
                <a:sym typeface="Trebuchet MS"/>
              </a:rPr>
              <a:t>supermarkets, shopping centres, clothing shops, travel agencies, universities, hotels, gas stations, hospitals, and more.</a:t>
            </a:r>
            <a:endParaRPr/>
          </a:p>
        </p:txBody>
      </p:sp>
      <p:pic>
        <p:nvPicPr>
          <p:cNvPr id="518" name="Google Shape;518;p56"/>
          <p:cNvPicPr preferRelativeResize="0"/>
          <p:nvPr/>
        </p:nvPicPr>
        <p:blipFill rotWithShape="1">
          <a:blip r:embed="rId4">
            <a:alphaModFix/>
          </a:blip>
          <a:srcRect b="0" l="0" r="0" t="0"/>
          <a:stretch/>
        </p:blipFill>
        <p:spPr>
          <a:xfrm>
            <a:off x="5337640" y="1526241"/>
            <a:ext cx="3383560" cy="225515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522" name="Shape 522"/>
        <p:cNvGrpSpPr/>
        <p:nvPr/>
      </p:nvGrpSpPr>
      <p:grpSpPr>
        <a:xfrm>
          <a:off x="0" y="0"/>
          <a:ext cx="0" cy="0"/>
          <a:chOff x="0" y="0"/>
          <a:chExt cx="0" cy="0"/>
        </a:xfrm>
      </p:grpSpPr>
      <p:pic>
        <p:nvPicPr>
          <p:cNvPr id="523" name="Google Shape;523;p57"/>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524" name="Google Shape;524;p57"/>
          <p:cNvGrpSpPr/>
          <p:nvPr/>
        </p:nvGrpSpPr>
        <p:grpSpPr>
          <a:xfrm>
            <a:off x="611321" y="663118"/>
            <a:ext cx="8564529" cy="62974"/>
            <a:chOff x="0" y="0"/>
            <a:chExt cx="8564527" cy="62973"/>
          </a:xfrm>
        </p:grpSpPr>
        <p:sp>
          <p:nvSpPr>
            <p:cNvPr id="525" name="Google Shape;525;p57"/>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526" name="Google Shape;526;p57"/>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527" name="Google Shape;527;p57"/>
          <p:cNvSpPr/>
          <p:nvPr/>
        </p:nvSpPr>
        <p:spPr>
          <a:xfrm>
            <a:off x="611320" y="147380"/>
            <a:ext cx="6239955"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PB  POS TERMINAL LOCATIONS MOG</a:t>
            </a:r>
            <a:endParaRPr b="1" i="0" sz="2400" u="none" cap="none" strike="noStrike">
              <a:solidFill>
                <a:srgbClr val="1C4175"/>
              </a:solidFill>
              <a:latin typeface="Avenir"/>
              <a:ea typeface="Avenir"/>
              <a:cs typeface="Avenir"/>
              <a:sym typeface="Aveni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528" name="Google Shape;528;p57"/>
          <p:cNvSpPr txBox="1"/>
          <p:nvPr/>
        </p:nvSpPr>
        <p:spPr>
          <a:xfrm>
            <a:off x="1392567" y="905022"/>
            <a:ext cx="6620995" cy="37856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rgbClr val="000000"/>
                </a:solidFill>
                <a:latin typeface="Trebuchet MS"/>
                <a:ea typeface="Trebuchet MS"/>
                <a:cs typeface="Trebuchet MS"/>
                <a:sym typeface="Trebuchet MS"/>
              </a:rPr>
              <a:t>Airport POS:</a:t>
            </a:r>
            <a:endParaRPr/>
          </a:p>
          <a:p>
            <a:pPr indent="-152400" lvl="1" marL="457200" marR="0" rtl="0" algn="l">
              <a:lnSpc>
                <a:spcPct val="100000"/>
              </a:lnSpc>
              <a:spcBef>
                <a:spcPts val="0"/>
              </a:spcBef>
              <a:spcAft>
                <a:spcPts val="0"/>
              </a:spcAft>
              <a:buClr>
                <a:srgbClr val="000000"/>
              </a:buClr>
              <a:buSzPts val="2400"/>
              <a:buFont typeface="Noto Sans Symbols"/>
              <a:buChar char="❑"/>
            </a:pPr>
            <a:r>
              <a:rPr b="0" i="0" lang="en-GB" sz="2400" u="none" cap="none" strike="noStrike">
                <a:solidFill>
                  <a:srgbClr val="000000"/>
                </a:solidFill>
                <a:latin typeface="Trebuchet MS"/>
                <a:ea typeface="Trebuchet MS"/>
                <a:cs typeface="Trebuchet MS"/>
                <a:sym typeface="Trebuchet MS"/>
              </a:rPr>
              <a:t>Decale</a:t>
            </a:r>
            <a:endParaRPr b="0" i="0" sz="2400" u="none" cap="none" strike="noStrike">
              <a:solidFill>
                <a:srgbClr val="000000"/>
              </a:solidFill>
              <a:latin typeface="Trebuchet MS"/>
              <a:ea typeface="Trebuchet MS"/>
              <a:cs typeface="Trebuchet MS"/>
              <a:sym typeface="Trebuchet MS"/>
            </a:endParaRPr>
          </a:p>
          <a:p>
            <a:pPr indent="-152400" lvl="1" marL="457200" marR="0" rtl="0" algn="l">
              <a:lnSpc>
                <a:spcPct val="100000"/>
              </a:lnSpc>
              <a:spcBef>
                <a:spcPts val="0"/>
              </a:spcBef>
              <a:spcAft>
                <a:spcPts val="0"/>
              </a:spcAft>
              <a:buClr>
                <a:srgbClr val="000000"/>
              </a:buClr>
              <a:buSzPts val="2400"/>
              <a:buFont typeface="Noto Sans Symbols"/>
              <a:buChar char="❑"/>
            </a:pPr>
            <a:r>
              <a:rPr b="0" i="0" lang="en-GB" sz="2400" u="none" cap="none" strike="noStrike">
                <a:solidFill>
                  <a:srgbClr val="000000"/>
                </a:solidFill>
                <a:latin typeface="Trebuchet MS"/>
                <a:ea typeface="Trebuchet MS"/>
                <a:cs typeface="Trebuchet MS"/>
                <a:sym typeface="Trebuchet MS"/>
              </a:rPr>
              <a:t> Es-ko International</a:t>
            </a:r>
            <a:endParaRPr/>
          </a:p>
          <a:p>
            <a:pPr indent="-152400" lvl="1" marL="457200" marR="0" rtl="0" algn="l">
              <a:lnSpc>
                <a:spcPct val="100000"/>
              </a:lnSpc>
              <a:spcBef>
                <a:spcPts val="0"/>
              </a:spcBef>
              <a:spcAft>
                <a:spcPts val="0"/>
              </a:spcAft>
              <a:buClr>
                <a:srgbClr val="000000"/>
              </a:buClr>
              <a:buSzPts val="2400"/>
              <a:buFont typeface="Noto Sans Symbols"/>
              <a:buChar char="❑"/>
            </a:pPr>
            <a:r>
              <a:rPr b="0" i="0" lang="en-GB" sz="2400" u="none" cap="none" strike="noStrike">
                <a:solidFill>
                  <a:srgbClr val="000000"/>
                </a:solidFill>
                <a:latin typeface="Trebuchet MS"/>
                <a:ea typeface="Trebuchet MS"/>
                <a:cs typeface="Trebuchet MS"/>
                <a:sym typeface="Trebuchet MS"/>
              </a:rPr>
              <a:t>Chealse Village </a:t>
            </a:r>
            <a:endParaRPr/>
          </a:p>
          <a:p>
            <a:pPr indent="-152400" lvl="1" marL="457200" marR="0" rtl="0" algn="l">
              <a:lnSpc>
                <a:spcPct val="100000"/>
              </a:lnSpc>
              <a:spcBef>
                <a:spcPts val="0"/>
              </a:spcBef>
              <a:spcAft>
                <a:spcPts val="0"/>
              </a:spcAft>
              <a:buClr>
                <a:srgbClr val="000000"/>
              </a:buClr>
              <a:buSzPts val="2400"/>
              <a:buFont typeface="Noto Sans Symbols"/>
              <a:buChar char="❑"/>
            </a:pPr>
            <a:r>
              <a:rPr b="0" i="0" lang="en-GB" sz="2400" u="none" cap="none" strike="noStrike">
                <a:solidFill>
                  <a:srgbClr val="000000"/>
                </a:solidFill>
                <a:latin typeface="Trebuchet MS"/>
                <a:ea typeface="Trebuchet MS"/>
                <a:cs typeface="Trebuchet MS"/>
                <a:sym typeface="Trebuchet MS"/>
              </a:rPr>
              <a:t> Airport Hotel</a:t>
            </a:r>
            <a:endParaRPr/>
          </a:p>
          <a:p>
            <a:pPr indent="-152400" lvl="1" marL="457200" marR="0" rtl="0" algn="l">
              <a:lnSpc>
                <a:spcPct val="100000"/>
              </a:lnSpc>
              <a:spcBef>
                <a:spcPts val="0"/>
              </a:spcBef>
              <a:spcAft>
                <a:spcPts val="0"/>
              </a:spcAft>
              <a:buClr>
                <a:srgbClr val="000000"/>
              </a:buClr>
              <a:buSzPts val="2400"/>
              <a:buFont typeface="Noto Sans Symbols"/>
              <a:buChar char="❑"/>
            </a:pPr>
            <a:r>
              <a:rPr b="0" i="0" lang="en-GB" sz="2400" u="none" cap="none" strike="noStrike">
                <a:solidFill>
                  <a:srgbClr val="000000"/>
                </a:solidFill>
                <a:latin typeface="Trebuchet MS"/>
                <a:ea typeface="Trebuchet MS"/>
                <a:cs typeface="Trebuchet MS"/>
                <a:sym typeface="Trebuchet MS"/>
              </a:rPr>
              <a:t>Star Empire</a:t>
            </a:r>
            <a:endParaRPr/>
          </a:p>
          <a:p>
            <a:pPr indent="-152400" lvl="1" marL="457200" marR="0" rtl="0" algn="l">
              <a:lnSpc>
                <a:spcPct val="100000"/>
              </a:lnSpc>
              <a:spcBef>
                <a:spcPts val="0"/>
              </a:spcBef>
              <a:spcAft>
                <a:spcPts val="0"/>
              </a:spcAft>
              <a:buClr>
                <a:srgbClr val="000000"/>
              </a:buClr>
              <a:buSzPts val="2400"/>
              <a:buFont typeface="Noto Sans Symbols"/>
              <a:buChar char="❑"/>
            </a:pPr>
            <a:r>
              <a:rPr b="0" i="0" lang="en-GB" sz="2400" u="none" cap="none" strike="noStrike">
                <a:solidFill>
                  <a:srgbClr val="000000"/>
                </a:solidFill>
                <a:latin typeface="Trebuchet MS"/>
                <a:ea typeface="Trebuchet MS"/>
                <a:cs typeface="Trebuchet MS"/>
                <a:sym typeface="Trebuchet MS"/>
              </a:rPr>
              <a:t>Peace Business Group</a:t>
            </a:r>
            <a:endParaRPr/>
          </a:p>
          <a:p>
            <a:pPr indent="-152400" lvl="1" marL="457200" marR="0" rtl="0" algn="l">
              <a:lnSpc>
                <a:spcPct val="100000"/>
              </a:lnSpc>
              <a:spcBef>
                <a:spcPts val="0"/>
              </a:spcBef>
              <a:spcAft>
                <a:spcPts val="0"/>
              </a:spcAft>
              <a:buClr>
                <a:srgbClr val="000000"/>
              </a:buClr>
              <a:buSzPts val="2400"/>
              <a:buFont typeface="Noto Sans Symbols"/>
              <a:buChar char="❑"/>
            </a:pPr>
            <a:r>
              <a:rPr b="0" i="0" lang="en-GB" sz="2400" u="none" cap="none" strike="noStrike">
                <a:solidFill>
                  <a:srgbClr val="000000"/>
                </a:solidFill>
                <a:latin typeface="Trebuchet MS"/>
                <a:ea typeface="Trebuchet MS"/>
                <a:cs typeface="Trebuchet MS"/>
                <a:sym typeface="Trebuchet MS"/>
              </a:rPr>
              <a:t> DFS and Center Point Supermarket</a:t>
            </a:r>
            <a:endParaRPr/>
          </a:p>
          <a:p>
            <a:pPr indent="-152400" lvl="1" marL="457200" marR="0" rtl="0" algn="l">
              <a:lnSpc>
                <a:spcPct val="100000"/>
              </a:lnSpc>
              <a:spcBef>
                <a:spcPts val="0"/>
              </a:spcBef>
              <a:spcAft>
                <a:spcPts val="0"/>
              </a:spcAft>
              <a:buClr>
                <a:srgbClr val="000000"/>
              </a:buClr>
              <a:buSzPts val="2400"/>
              <a:buFont typeface="Noto Sans Symbols"/>
              <a:buChar char="❑"/>
            </a:pPr>
            <a:r>
              <a:rPr b="0" i="0" lang="en-GB" sz="2400" u="none" cap="none" strike="noStrike">
                <a:solidFill>
                  <a:srgbClr val="000000"/>
                </a:solidFill>
                <a:latin typeface="Trebuchet MS"/>
                <a:ea typeface="Trebuchet MS"/>
                <a:cs typeface="Trebuchet MS"/>
                <a:sym typeface="Trebuchet MS"/>
              </a:rPr>
              <a:t>CIP LOUNGES And AVEN PREMIER INTERNATIONAL (API) IWM</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532" name="Shape 532"/>
        <p:cNvGrpSpPr/>
        <p:nvPr/>
      </p:nvGrpSpPr>
      <p:grpSpPr>
        <a:xfrm>
          <a:off x="0" y="0"/>
          <a:ext cx="0" cy="0"/>
          <a:chOff x="0" y="0"/>
          <a:chExt cx="0" cy="0"/>
        </a:xfrm>
      </p:grpSpPr>
      <p:pic>
        <p:nvPicPr>
          <p:cNvPr id="533" name="Google Shape;533;p58"/>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534" name="Google Shape;534;p58"/>
          <p:cNvGrpSpPr/>
          <p:nvPr/>
        </p:nvGrpSpPr>
        <p:grpSpPr>
          <a:xfrm>
            <a:off x="611321" y="663118"/>
            <a:ext cx="8564529" cy="62974"/>
            <a:chOff x="0" y="0"/>
            <a:chExt cx="8564527" cy="62973"/>
          </a:xfrm>
        </p:grpSpPr>
        <p:sp>
          <p:nvSpPr>
            <p:cNvPr id="535" name="Google Shape;535;p58"/>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536" name="Google Shape;536;p58"/>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537" name="Google Shape;537;p58"/>
          <p:cNvSpPr/>
          <p:nvPr/>
        </p:nvSpPr>
        <p:spPr>
          <a:xfrm>
            <a:off x="611320" y="147380"/>
            <a:ext cx="6239955"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PB  POS TERMINAL LOCATIONS MOG</a:t>
            </a:r>
            <a:endParaRPr b="1" i="0" sz="2400" u="none" cap="none" strike="noStrike">
              <a:solidFill>
                <a:srgbClr val="1C4175"/>
              </a:solidFill>
              <a:latin typeface="Avenir"/>
              <a:ea typeface="Avenir"/>
              <a:cs typeface="Avenir"/>
              <a:sym typeface="Aveni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538" name="Google Shape;538;p58"/>
          <p:cNvSpPr txBox="1"/>
          <p:nvPr/>
        </p:nvSpPr>
        <p:spPr>
          <a:xfrm>
            <a:off x="1437677" y="907435"/>
            <a:ext cx="4587240" cy="37856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rgbClr val="000000"/>
                </a:solidFill>
                <a:latin typeface="Trebuchet MS"/>
                <a:ea typeface="Trebuchet MS"/>
                <a:cs typeface="Trebuchet MS"/>
                <a:sym typeface="Trebuchet MS"/>
              </a:rPr>
              <a:t>Other areas POS:</a:t>
            </a:r>
            <a:endParaRPr/>
          </a:p>
          <a:p>
            <a:pPr indent="-152400" lvl="1" marL="457200" marR="0" rtl="0" algn="l">
              <a:lnSpc>
                <a:spcPct val="100000"/>
              </a:lnSpc>
              <a:spcBef>
                <a:spcPts val="0"/>
              </a:spcBef>
              <a:spcAft>
                <a:spcPts val="0"/>
              </a:spcAft>
              <a:buClr>
                <a:srgbClr val="000000"/>
              </a:buClr>
              <a:buSzPts val="2400"/>
              <a:buFont typeface="Noto Sans Symbols"/>
              <a:buChar char="❑"/>
            </a:pPr>
            <a:r>
              <a:rPr b="0" i="0" lang="en-GB" sz="2400" u="none" cap="none" strike="noStrike">
                <a:solidFill>
                  <a:srgbClr val="000000"/>
                </a:solidFill>
                <a:latin typeface="Trebuchet MS"/>
                <a:ea typeface="Trebuchet MS"/>
                <a:cs typeface="Trebuchet MS"/>
                <a:sym typeface="Trebuchet MS"/>
              </a:rPr>
              <a:t> Midnimo</a:t>
            </a:r>
            <a:endParaRPr b="0" i="0" sz="2400" u="none" cap="none" strike="noStrike">
              <a:solidFill>
                <a:srgbClr val="000000"/>
              </a:solidFill>
              <a:latin typeface="Trebuchet MS"/>
              <a:ea typeface="Trebuchet MS"/>
              <a:cs typeface="Trebuchet MS"/>
              <a:sym typeface="Trebuchet MS"/>
            </a:endParaRPr>
          </a:p>
          <a:p>
            <a:pPr indent="-152400" lvl="1" marL="457200" marR="0" rtl="0" algn="l">
              <a:lnSpc>
                <a:spcPct val="100000"/>
              </a:lnSpc>
              <a:spcBef>
                <a:spcPts val="0"/>
              </a:spcBef>
              <a:spcAft>
                <a:spcPts val="0"/>
              </a:spcAft>
              <a:buClr>
                <a:srgbClr val="000000"/>
              </a:buClr>
              <a:buSzPts val="2400"/>
              <a:buFont typeface="Noto Sans Symbols"/>
              <a:buChar char="❑"/>
            </a:pPr>
            <a:r>
              <a:rPr b="0" i="0" lang="en-GB" sz="2400" u="none" cap="none" strike="noStrike">
                <a:solidFill>
                  <a:srgbClr val="000000"/>
                </a:solidFill>
                <a:latin typeface="Trebuchet MS"/>
                <a:ea typeface="Trebuchet MS"/>
                <a:cs typeface="Trebuchet MS"/>
                <a:sym typeface="Trebuchet MS"/>
              </a:rPr>
              <a:t> Hayat</a:t>
            </a:r>
            <a:endParaRPr/>
          </a:p>
          <a:p>
            <a:pPr indent="-152400" lvl="1" marL="457200" marR="0" rtl="0" algn="l">
              <a:lnSpc>
                <a:spcPct val="100000"/>
              </a:lnSpc>
              <a:spcBef>
                <a:spcPts val="0"/>
              </a:spcBef>
              <a:spcAft>
                <a:spcPts val="0"/>
              </a:spcAft>
              <a:buClr>
                <a:srgbClr val="000000"/>
              </a:buClr>
              <a:buSzPts val="2400"/>
              <a:buFont typeface="Noto Sans Symbols"/>
              <a:buChar char="❑"/>
            </a:pPr>
            <a:r>
              <a:rPr b="0" i="0" lang="en-GB" sz="2400" u="none" cap="none" strike="noStrike">
                <a:solidFill>
                  <a:srgbClr val="000000"/>
                </a:solidFill>
                <a:latin typeface="Trebuchet MS"/>
                <a:ea typeface="Trebuchet MS"/>
                <a:cs typeface="Trebuchet MS"/>
                <a:sym typeface="Trebuchet MS"/>
              </a:rPr>
              <a:t> Carwo Hal door</a:t>
            </a:r>
            <a:endParaRPr/>
          </a:p>
          <a:p>
            <a:pPr indent="-152400" lvl="1" marL="457200" marR="0" rtl="0" algn="l">
              <a:lnSpc>
                <a:spcPct val="100000"/>
              </a:lnSpc>
              <a:spcBef>
                <a:spcPts val="0"/>
              </a:spcBef>
              <a:spcAft>
                <a:spcPts val="0"/>
              </a:spcAft>
              <a:buClr>
                <a:srgbClr val="000000"/>
              </a:buClr>
              <a:buSzPts val="2400"/>
              <a:buFont typeface="Noto Sans Symbols"/>
              <a:buChar char="❑"/>
            </a:pPr>
            <a:r>
              <a:rPr b="0" i="0" lang="en-GB" sz="2400" u="none" cap="none" strike="noStrike">
                <a:solidFill>
                  <a:srgbClr val="000000"/>
                </a:solidFill>
                <a:latin typeface="Trebuchet MS"/>
                <a:ea typeface="Trebuchet MS"/>
                <a:cs typeface="Trebuchet MS"/>
                <a:sym typeface="Trebuchet MS"/>
              </a:rPr>
              <a:t> Aaran Supermarket</a:t>
            </a:r>
            <a:endParaRPr/>
          </a:p>
          <a:p>
            <a:pPr indent="-152400" lvl="1" marL="457200" marR="0" rtl="0" algn="l">
              <a:lnSpc>
                <a:spcPct val="100000"/>
              </a:lnSpc>
              <a:spcBef>
                <a:spcPts val="0"/>
              </a:spcBef>
              <a:spcAft>
                <a:spcPts val="0"/>
              </a:spcAft>
              <a:buClr>
                <a:srgbClr val="000000"/>
              </a:buClr>
              <a:buSzPts val="2400"/>
              <a:buFont typeface="Noto Sans Symbols"/>
              <a:buChar char="❑"/>
            </a:pPr>
            <a:r>
              <a:rPr b="0" i="0" lang="en-GB" sz="2400" u="none" cap="none" strike="noStrike">
                <a:solidFill>
                  <a:srgbClr val="000000"/>
                </a:solidFill>
                <a:latin typeface="Trebuchet MS"/>
                <a:ea typeface="Trebuchet MS"/>
                <a:cs typeface="Trebuchet MS"/>
                <a:sym typeface="Trebuchet MS"/>
              </a:rPr>
              <a:t> IDAN FRAGRANCES</a:t>
            </a:r>
            <a:endParaRPr/>
          </a:p>
          <a:p>
            <a:pPr indent="-152400" lvl="1" marL="457200" marR="0" rtl="0" algn="l">
              <a:lnSpc>
                <a:spcPct val="100000"/>
              </a:lnSpc>
              <a:spcBef>
                <a:spcPts val="0"/>
              </a:spcBef>
              <a:spcAft>
                <a:spcPts val="0"/>
              </a:spcAft>
              <a:buClr>
                <a:srgbClr val="000000"/>
              </a:buClr>
              <a:buSzPts val="2400"/>
              <a:buFont typeface="Noto Sans Symbols"/>
              <a:buChar char="❑"/>
            </a:pPr>
            <a:r>
              <a:rPr b="0" i="0" lang="en-GB" sz="2400" u="none" cap="none" strike="noStrike">
                <a:solidFill>
                  <a:srgbClr val="000000"/>
                </a:solidFill>
                <a:latin typeface="Trebuchet MS"/>
                <a:ea typeface="Trebuchet MS"/>
                <a:cs typeface="Trebuchet MS"/>
                <a:sym typeface="Trebuchet MS"/>
              </a:rPr>
              <a:t>AMB EXECUTIVE STORE </a:t>
            </a:r>
            <a:endParaRPr/>
          </a:p>
          <a:p>
            <a:pPr indent="-152400" lvl="1" marL="457200" marR="0" rtl="0" algn="l">
              <a:lnSpc>
                <a:spcPct val="100000"/>
              </a:lnSpc>
              <a:spcBef>
                <a:spcPts val="0"/>
              </a:spcBef>
              <a:spcAft>
                <a:spcPts val="0"/>
              </a:spcAft>
              <a:buClr>
                <a:srgbClr val="000000"/>
              </a:buClr>
              <a:buSzPts val="2400"/>
              <a:buFont typeface="Noto Sans Symbols"/>
              <a:buChar char="❑"/>
            </a:pPr>
            <a:r>
              <a:rPr b="0" i="0" lang="en-GB" sz="2400" u="none" cap="none" strike="noStrike">
                <a:solidFill>
                  <a:srgbClr val="000000"/>
                </a:solidFill>
                <a:latin typeface="Trebuchet MS"/>
                <a:ea typeface="Trebuchet MS"/>
                <a:cs typeface="Trebuchet MS"/>
                <a:sym typeface="Trebuchet MS"/>
              </a:rPr>
              <a:t> STAR MACANI SHOPING</a:t>
            </a:r>
            <a:endParaRPr/>
          </a:p>
          <a:p>
            <a:pPr indent="-152400" lvl="1" marL="457200" marR="0" rtl="0" algn="l">
              <a:lnSpc>
                <a:spcPct val="100000"/>
              </a:lnSpc>
              <a:spcBef>
                <a:spcPts val="0"/>
              </a:spcBef>
              <a:spcAft>
                <a:spcPts val="0"/>
              </a:spcAft>
              <a:buClr>
                <a:srgbClr val="000000"/>
              </a:buClr>
              <a:buSzPts val="2400"/>
              <a:buFont typeface="Noto Sans Symbols"/>
              <a:buChar char="❑"/>
            </a:pPr>
            <a:r>
              <a:rPr b="0" i="0" lang="en-GB" sz="2400" u="none" cap="none" strike="noStrike">
                <a:solidFill>
                  <a:srgbClr val="000000"/>
                </a:solidFill>
                <a:latin typeface="Trebuchet MS"/>
                <a:ea typeface="Trebuchet MS"/>
                <a:cs typeface="Trebuchet MS"/>
                <a:sym typeface="Trebuchet MS"/>
              </a:rPr>
              <a:t>HOTEL DOORPIN</a:t>
            </a:r>
            <a:endParaRPr/>
          </a:p>
          <a:p>
            <a:pPr indent="-152400" lvl="1" marL="457200" marR="0" rtl="0" algn="l">
              <a:lnSpc>
                <a:spcPct val="100000"/>
              </a:lnSpc>
              <a:spcBef>
                <a:spcPts val="0"/>
              </a:spcBef>
              <a:spcAft>
                <a:spcPts val="0"/>
              </a:spcAft>
              <a:buClr>
                <a:srgbClr val="000000"/>
              </a:buClr>
              <a:buSzPts val="2400"/>
              <a:buFont typeface="Noto Sans Symbols"/>
              <a:buChar char="❑"/>
            </a:pPr>
            <a:r>
              <a:rPr b="0" i="0" lang="en-GB" sz="2400" u="none" cap="none" strike="noStrike">
                <a:solidFill>
                  <a:srgbClr val="000000"/>
                </a:solidFill>
                <a:latin typeface="Trebuchet MS"/>
                <a:ea typeface="Trebuchet MS"/>
                <a:cs typeface="Trebuchet MS"/>
                <a:sym typeface="Trebuchet MS"/>
              </a:rPr>
              <a:t>BEYDAN and Bin AArif</a:t>
            </a:r>
            <a:endParaRPr b="0" i="0" sz="14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542" name="Shape 542"/>
        <p:cNvGrpSpPr/>
        <p:nvPr/>
      </p:nvGrpSpPr>
      <p:grpSpPr>
        <a:xfrm>
          <a:off x="0" y="0"/>
          <a:ext cx="0" cy="0"/>
          <a:chOff x="0" y="0"/>
          <a:chExt cx="0" cy="0"/>
        </a:xfrm>
      </p:grpSpPr>
      <p:pic>
        <p:nvPicPr>
          <p:cNvPr id="543" name="Google Shape;543;p59"/>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544" name="Google Shape;544;p59"/>
          <p:cNvGrpSpPr/>
          <p:nvPr/>
        </p:nvGrpSpPr>
        <p:grpSpPr>
          <a:xfrm>
            <a:off x="611321" y="663118"/>
            <a:ext cx="8564529" cy="62974"/>
            <a:chOff x="0" y="0"/>
            <a:chExt cx="8564527" cy="62973"/>
          </a:xfrm>
        </p:grpSpPr>
        <p:sp>
          <p:nvSpPr>
            <p:cNvPr id="545" name="Google Shape;545;p59"/>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546" name="Google Shape;546;p59"/>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547" name="Google Shape;547;p59"/>
          <p:cNvSpPr/>
          <p:nvPr/>
        </p:nvSpPr>
        <p:spPr>
          <a:xfrm>
            <a:off x="611320" y="147380"/>
            <a:ext cx="6239955"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PB  POS TERMINAL LOCATIONS MOG</a:t>
            </a:r>
            <a:endParaRPr b="1" i="0" sz="2400" u="none" cap="none" strike="noStrike">
              <a:solidFill>
                <a:srgbClr val="1C4175"/>
              </a:solidFill>
              <a:latin typeface="Avenir"/>
              <a:ea typeface="Avenir"/>
              <a:cs typeface="Avenir"/>
              <a:sym typeface="Aveni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grpSp>
        <p:nvGrpSpPr>
          <p:cNvPr id="548" name="Google Shape;548;p59"/>
          <p:cNvGrpSpPr/>
          <p:nvPr/>
        </p:nvGrpSpPr>
        <p:grpSpPr>
          <a:xfrm>
            <a:off x="186389" y="2547368"/>
            <a:ext cx="3745123" cy="1827004"/>
            <a:chOff x="70591" y="2078396"/>
            <a:chExt cx="4181612" cy="1827004"/>
          </a:xfrm>
        </p:grpSpPr>
        <p:sp>
          <p:nvSpPr>
            <p:cNvPr id="549" name="Google Shape;549;p59"/>
            <p:cNvSpPr/>
            <p:nvPr/>
          </p:nvSpPr>
          <p:spPr>
            <a:xfrm>
              <a:off x="130339" y="2078396"/>
              <a:ext cx="4121864" cy="1827004"/>
            </a:xfrm>
            <a:prstGeom prst="roundRect">
              <a:avLst>
                <a:gd fmla="val 10000" name="adj"/>
              </a:avLst>
            </a:prstGeom>
            <a:solidFill>
              <a:srgbClr val="E6B91E"/>
            </a:solidFill>
            <a:ln cap="rnd" cmpd="sng" w="1905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0" name="Google Shape;550;p59"/>
            <p:cNvSpPr txBox="1"/>
            <p:nvPr/>
          </p:nvSpPr>
          <p:spPr>
            <a:xfrm>
              <a:off x="70591" y="2154861"/>
              <a:ext cx="4014842" cy="1719982"/>
            </a:xfrm>
            <a:prstGeom prst="rect">
              <a:avLst/>
            </a:prstGeom>
            <a:noFill/>
            <a:ln>
              <a:noFill/>
            </a:ln>
          </p:spPr>
          <p:txBody>
            <a:bodyPr anchorCtr="0" anchor="ctr" bIns="190500" lIns="190500" spcFirstLastPara="1" rIns="190500" wrap="square" tIns="190500">
              <a:noAutofit/>
            </a:bodyPr>
            <a:lstStyle/>
            <a:p>
              <a:pPr indent="0" lvl="0" marL="0" marR="0" rtl="0" algn="ctr">
                <a:lnSpc>
                  <a:spcPct val="90000"/>
                </a:lnSpc>
                <a:spcBef>
                  <a:spcPts val="0"/>
                </a:spcBef>
                <a:spcAft>
                  <a:spcPts val="0"/>
                </a:spcAft>
                <a:buClr>
                  <a:srgbClr val="FFFFFF"/>
                </a:buClr>
                <a:buSzPts val="5000"/>
                <a:buFont typeface="Arial"/>
                <a:buNone/>
              </a:pPr>
              <a:r>
                <a:rPr b="0" i="0" lang="en-GB" sz="5000" u="none" cap="none" strike="noStrike">
                  <a:solidFill>
                    <a:srgbClr val="FFFFFF"/>
                  </a:solidFill>
                  <a:latin typeface="Trebuchet MS"/>
                  <a:ea typeface="Trebuchet MS"/>
                  <a:cs typeface="Trebuchet MS"/>
                  <a:sym typeface="Trebuchet MS"/>
                </a:rPr>
                <a:t>Regions 32 </a:t>
              </a:r>
              <a:endParaRPr/>
            </a:p>
          </p:txBody>
        </p:sp>
      </p:grpSp>
      <p:grpSp>
        <p:nvGrpSpPr>
          <p:cNvPr id="551" name="Google Shape;551;p59"/>
          <p:cNvGrpSpPr/>
          <p:nvPr/>
        </p:nvGrpSpPr>
        <p:grpSpPr>
          <a:xfrm>
            <a:off x="4194766" y="2522987"/>
            <a:ext cx="4121864" cy="1875767"/>
            <a:chOff x="4471274" y="2054015"/>
            <a:chExt cx="4121864" cy="1827004"/>
          </a:xfrm>
        </p:grpSpPr>
        <p:sp>
          <p:nvSpPr>
            <p:cNvPr id="552" name="Google Shape;552;p59"/>
            <p:cNvSpPr/>
            <p:nvPr/>
          </p:nvSpPr>
          <p:spPr>
            <a:xfrm>
              <a:off x="4471274" y="2054015"/>
              <a:ext cx="4121864" cy="1827004"/>
            </a:xfrm>
            <a:prstGeom prst="roundRect">
              <a:avLst>
                <a:gd fmla="val 10000" name="adj"/>
              </a:avLst>
            </a:prstGeom>
            <a:solidFill>
              <a:srgbClr val="E6B91E"/>
            </a:solidFill>
            <a:ln cap="rnd" cmpd="sng" w="1905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3" name="Google Shape;553;p59"/>
            <p:cNvSpPr txBox="1"/>
            <p:nvPr/>
          </p:nvSpPr>
          <p:spPr>
            <a:xfrm>
              <a:off x="4524785" y="2107526"/>
              <a:ext cx="4014842" cy="1719982"/>
            </a:xfrm>
            <a:prstGeom prst="rect">
              <a:avLst/>
            </a:prstGeom>
            <a:noFill/>
            <a:ln>
              <a:noFill/>
            </a:ln>
          </p:spPr>
          <p:txBody>
            <a:bodyPr anchorCtr="0" anchor="ctr" bIns="190500" lIns="190500" spcFirstLastPara="1" rIns="190500" wrap="square" tIns="190500">
              <a:noAutofit/>
            </a:bodyPr>
            <a:lstStyle/>
            <a:p>
              <a:pPr indent="0" lvl="0" marL="0" marR="0" rtl="0" algn="ctr">
                <a:lnSpc>
                  <a:spcPct val="90000"/>
                </a:lnSpc>
                <a:spcBef>
                  <a:spcPts val="0"/>
                </a:spcBef>
                <a:spcAft>
                  <a:spcPts val="0"/>
                </a:spcAft>
                <a:buClr>
                  <a:srgbClr val="FFFFFF"/>
                </a:buClr>
                <a:buSzPts val="5000"/>
                <a:buFont typeface="Arial"/>
                <a:buNone/>
              </a:pPr>
              <a:r>
                <a:rPr b="0" i="0" lang="en-GB" sz="5000" u="none" cap="none" strike="noStrike">
                  <a:solidFill>
                    <a:srgbClr val="FFFFFF"/>
                  </a:solidFill>
                  <a:latin typeface="Trebuchet MS"/>
                  <a:ea typeface="Trebuchet MS"/>
                  <a:cs typeface="Trebuchet MS"/>
                  <a:sym typeface="Trebuchet MS"/>
                </a:rPr>
                <a:t>Mogadishu </a:t>
              </a:r>
              <a:r>
                <a:rPr lang="en-GB" sz="5000">
                  <a:solidFill>
                    <a:srgbClr val="FFFFFF"/>
                  </a:solidFill>
                  <a:latin typeface="Trebuchet MS"/>
                  <a:ea typeface="Trebuchet MS"/>
                  <a:cs typeface="Trebuchet MS"/>
                  <a:sym typeface="Trebuchet MS"/>
                </a:rPr>
                <a:t>287</a:t>
              </a:r>
              <a:endParaRPr b="0" i="0" sz="5000" u="none" cap="none" strike="noStrike">
                <a:solidFill>
                  <a:srgbClr val="FFFFFF"/>
                </a:solidFill>
                <a:latin typeface="Trebuchet MS"/>
                <a:ea typeface="Trebuchet MS"/>
                <a:cs typeface="Trebuchet MS"/>
                <a:sym typeface="Trebuchet MS"/>
              </a:endParaRPr>
            </a:p>
          </p:txBody>
        </p:sp>
      </p:grpSp>
      <p:sp>
        <p:nvSpPr>
          <p:cNvPr id="554" name="Google Shape;554;p59"/>
          <p:cNvSpPr/>
          <p:nvPr/>
        </p:nvSpPr>
        <p:spPr>
          <a:xfrm>
            <a:off x="1330035" y="851768"/>
            <a:ext cx="6506095" cy="1527942"/>
          </a:xfrm>
          <a:prstGeom prst="roundRect">
            <a:avLst>
              <a:gd fmla="val 10000" name="adj"/>
            </a:avLst>
          </a:prstGeom>
          <a:solidFill>
            <a:srgbClr val="013260"/>
          </a:solidFill>
          <a:ln cap="rnd" cmpd="sng" w="1905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5" name="Google Shape;555;p59"/>
          <p:cNvSpPr txBox="1"/>
          <p:nvPr/>
        </p:nvSpPr>
        <p:spPr>
          <a:xfrm>
            <a:off x="2497043" y="659728"/>
            <a:ext cx="3595761" cy="1719982"/>
          </a:xfrm>
          <a:prstGeom prst="rect">
            <a:avLst/>
          </a:prstGeom>
          <a:noFill/>
          <a:ln>
            <a:noFill/>
          </a:ln>
        </p:spPr>
        <p:txBody>
          <a:bodyPr anchorCtr="0" anchor="ctr" bIns="190500" lIns="190500" spcFirstLastPara="1" rIns="190500" wrap="square" tIns="190500">
            <a:noAutofit/>
          </a:bodyPr>
          <a:lstStyle/>
          <a:p>
            <a:pPr indent="0" lvl="0" marL="0" marR="0" rtl="0" algn="ctr">
              <a:lnSpc>
                <a:spcPct val="90000"/>
              </a:lnSpc>
              <a:spcBef>
                <a:spcPts val="0"/>
              </a:spcBef>
              <a:spcAft>
                <a:spcPts val="0"/>
              </a:spcAft>
              <a:buClr>
                <a:srgbClr val="FFFFFF"/>
              </a:buClr>
              <a:buSzPts val="5000"/>
              <a:buFont typeface="Arial"/>
              <a:buNone/>
            </a:pPr>
            <a:r>
              <a:rPr b="0" i="0" lang="en-GB" sz="5000" u="none" cap="none" strike="noStrike">
                <a:solidFill>
                  <a:srgbClr val="FFFFFF"/>
                </a:solidFill>
                <a:latin typeface="Trebuchet MS"/>
                <a:ea typeface="Trebuchet MS"/>
                <a:cs typeface="Trebuchet MS"/>
                <a:sym typeface="Trebuchet MS"/>
              </a:rPr>
              <a:t>Total: </a:t>
            </a:r>
            <a:r>
              <a:rPr lang="en-GB" sz="5000">
                <a:solidFill>
                  <a:srgbClr val="FFFFFF"/>
                </a:solidFill>
                <a:latin typeface="Trebuchet MS"/>
                <a:ea typeface="Trebuchet MS"/>
                <a:cs typeface="Trebuchet MS"/>
                <a:sym typeface="Trebuchet MS"/>
              </a:rPr>
              <a:t>319</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559" name="Shape 559"/>
        <p:cNvGrpSpPr/>
        <p:nvPr/>
      </p:nvGrpSpPr>
      <p:grpSpPr>
        <a:xfrm>
          <a:off x="0" y="0"/>
          <a:ext cx="0" cy="0"/>
          <a:chOff x="0" y="0"/>
          <a:chExt cx="0" cy="0"/>
        </a:xfrm>
      </p:grpSpPr>
      <p:pic>
        <p:nvPicPr>
          <p:cNvPr id="560" name="Google Shape;560;p60"/>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561" name="Google Shape;561;p60"/>
          <p:cNvGrpSpPr/>
          <p:nvPr/>
        </p:nvGrpSpPr>
        <p:grpSpPr>
          <a:xfrm>
            <a:off x="611321" y="663118"/>
            <a:ext cx="8564529" cy="62974"/>
            <a:chOff x="0" y="0"/>
            <a:chExt cx="8564527" cy="62973"/>
          </a:xfrm>
        </p:grpSpPr>
        <p:sp>
          <p:nvSpPr>
            <p:cNvPr id="562" name="Google Shape;562;p60"/>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563" name="Google Shape;563;p60"/>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564" name="Google Shape;564;p60"/>
          <p:cNvSpPr/>
          <p:nvPr/>
        </p:nvSpPr>
        <p:spPr>
          <a:xfrm>
            <a:off x="611321" y="147380"/>
            <a:ext cx="4697120"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AGENCY BANKING</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565" name="Google Shape;565;p60"/>
          <p:cNvSpPr/>
          <p:nvPr/>
        </p:nvSpPr>
        <p:spPr>
          <a:xfrm>
            <a:off x="611321" y="820708"/>
            <a:ext cx="8109879" cy="3749744"/>
          </a:xfrm>
          <a:prstGeom prst="rect">
            <a:avLst/>
          </a:prstGeom>
          <a:noFill/>
          <a:ln>
            <a:noFill/>
          </a:ln>
        </p:spPr>
        <p:txBody>
          <a:bodyPr anchorCtr="0" anchor="t" bIns="50800" lIns="50800" spcFirstLastPara="1" rIns="50800" wrap="square" tIns="50800">
            <a:spAutoFit/>
          </a:bodyPr>
          <a:lstStyle/>
          <a:p>
            <a:pPr indent="0" lvl="0" marL="40639" marR="40639" rtl="0" algn="just">
              <a:lnSpc>
                <a:spcPct val="150000"/>
              </a:lnSpc>
              <a:spcBef>
                <a:spcPts val="0"/>
              </a:spcBef>
              <a:spcAft>
                <a:spcPts val="0"/>
              </a:spcAft>
              <a:buNone/>
            </a:pPr>
            <a:r>
              <a:rPr b="0" i="0" lang="en-GB" sz="1200" u="none" cap="none" strike="noStrike">
                <a:solidFill>
                  <a:srgbClr val="1A4276"/>
                </a:solidFill>
                <a:latin typeface="Trebuchet MS"/>
                <a:ea typeface="Trebuchet MS"/>
                <a:cs typeface="Trebuchet MS"/>
                <a:sym typeface="Trebuchet MS"/>
              </a:rPr>
              <a:t>You can still access Premier Bank if you live in a remote area that doesn’t have a branch nearby. We have Authorized Premier Agents placed in strategic locations throughout Somalia.</a:t>
            </a:r>
            <a:endParaRPr/>
          </a:p>
          <a:p>
            <a:pPr indent="0" lvl="0" marL="40639" marR="40639" rtl="0" algn="just">
              <a:lnSpc>
                <a:spcPct val="150000"/>
              </a:lnSpc>
              <a:spcBef>
                <a:spcPts val="0"/>
              </a:spcBef>
              <a:spcAft>
                <a:spcPts val="0"/>
              </a:spcAft>
              <a:buNone/>
            </a:pPr>
            <a:r>
              <a:t/>
            </a:r>
            <a:endParaRPr b="0" i="0" sz="1200" u="none" cap="none" strike="noStrike">
              <a:solidFill>
                <a:srgbClr val="1A4276"/>
              </a:solidFill>
              <a:latin typeface="Trebuchet MS"/>
              <a:ea typeface="Trebuchet MS"/>
              <a:cs typeface="Trebuchet MS"/>
              <a:sym typeface="Trebuchet MS"/>
            </a:endParaRPr>
          </a:p>
          <a:p>
            <a:pPr indent="0" lvl="0" marL="40639" marR="40639" rtl="0" algn="just">
              <a:lnSpc>
                <a:spcPct val="150000"/>
              </a:lnSpc>
              <a:spcBef>
                <a:spcPts val="0"/>
              </a:spcBef>
              <a:spcAft>
                <a:spcPts val="0"/>
              </a:spcAft>
              <a:buNone/>
            </a:pPr>
            <a:r>
              <a:rPr b="1" i="0" lang="en-GB" sz="1400" u="none" cap="none" strike="noStrike">
                <a:solidFill>
                  <a:srgbClr val="00B050"/>
                </a:solidFill>
                <a:latin typeface="Trebuchet MS"/>
                <a:ea typeface="Trebuchet MS"/>
                <a:cs typeface="Trebuchet MS"/>
                <a:sym typeface="Trebuchet MS"/>
              </a:rPr>
              <a:t>Authorized Agent Services</a:t>
            </a:r>
            <a:endParaRPr/>
          </a:p>
          <a:p>
            <a:pPr indent="0" lvl="0" marL="40639" marR="40639" rtl="0" algn="just">
              <a:lnSpc>
                <a:spcPct val="150000"/>
              </a:lnSpc>
              <a:spcBef>
                <a:spcPts val="0"/>
              </a:spcBef>
              <a:spcAft>
                <a:spcPts val="0"/>
              </a:spcAft>
              <a:buNone/>
            </a:pPr>
            <a:r>
              <a:rPr b="0" i="0" lang="en-GB" sz="1200" u="none" cap="none" strike="noStrike">
                <a:solidFill>
                  <a:srgbClr val="1A4276"/>
                </a:solidFill>
                <a:latin typeface="Trebuchet MS"/>
                <a:ea typeface="Trebuchet MS"/>
                <a:cs typeface="Trebuchet MS"/>
                <a:sym typeface="Trebuchet MS"/>
              </a:rPr>
              <a:t>Our authorized Agents process a variety of essential banking transactions quickly, easily, and conveniently. Services include:</a:t>
            </a:r>
            <a:endParaRPr/>
          </a:p>
          <a:p>
            <a:pPr indent="-171450" lvl="0" marL="212089" marR="40639" rtl="0" algn="just">
              <a:lnSpc>
                <a:spcPct val="150000"/>
              </a:lnSpc>
              <a:spcBef>
                <a:spcPts val="0"/>
              </a:spcBef>
              <a:spcAft>
                <a:spcPts val="0"/>
              </a:spcAft>
              <a:buClr>
                <a:srgbClr val="1A4276"/>
              </a:buClr>
              <a:buSzPts val="1600"/>
              <a:buFont typeface="Arial"/>
              <a:buChar char="•"/>
            </a:pPr>
            <a:r>
              <a:rPr b="0" i="0" lang="en-GB" sz="1200" u="none" cap="none" strike="noStrike">
                <a:solidFill>
                  <a:srgbClr val="1A4276"/>
                </a:solidFill>
                <a:latin typeface="Trebuchet MS"/>
                <a:ea typeface="Trebuchet MS"/>
                <a:cs typeface="Trebuchet MS"/>
                <a:sym typeface="Trebuchet MS"/>
              </a:rPr>
              <a:t>Open New Accounts</a:t>
            </a:r>
            <a:endParaRPr/>
          </a:p>
          <a:p>
            <a:pPr indent="-171450" lvl="0" marL="212089" marR="40639" rtl="0" algn="just">
              <a:lnSpc>
                <a:spcPct val="150000"/>
              </a:lnSpc>
              <a:spcBef>
                <a:spcPts val="0"/>
              </a:spcBef>
              <a:spcAft>
                <a:spcPts val="0"/>
              </a:spcAft>
              <a:buClr>
                <a:srgbClr val="1A4276"/>
              </a:buClr>
              <a:buSzPts val="1600"/>
              <a:buFont typeface="Arial"/>
              <a:buChar char="•"/>
            </a:pPr>
            <a:r>
              <a:rPr b="0" i="0" lang="en-GB" sz="1200" u="none" cap="none" strike="noStrike">
                <a:solidFill>
                  <a:srgbClr val="1A4276"/>
                </a:solidFill>
                <a:latin typeface="Trebuchet MS"/>
                <a:ea typeface="Trebuchet MS"/>
                <a:cs typeface="Trebuchet MS"/>
                <a:sym typeface="Trebuchet MS"/>
              </a:rPr>
              <a:t>Check Your Balance</a:t>
            </a:r>
            <a:endParaRPr/>
          </a:p>
          <a:p>
            <a:pPr indent="-171450" lvl="0" marL="212089" marR="40639" rtl="0" algn="just">
              <a:lnSpc>
                <a:spcPct val="150000"/>
              </a:lnSpc>
              <a:spcBef>
                <a:spcPts val="0"/>
              </a:spcBef>
              <a:spcAft>
                <a:spcPts val="0"/>
              </a:spcAft>
              <a:buClr>
                <a:srgbClr val="1A4276"/>
              </a:buClr>
              <a:buSzPts val="1600"/>
              <a:buFont typeface="Arial"/>
              <a:buChar char="•"/>
            </a:pPr>
            <a:r>
              <a:rPr b="0" i="0" lang="en-GB" sz="1200" u="none" cap="none" strike="noStrike">
                <a:solidFill>
                  <a:srgbClr val="1A4276"/>
                </a:solidFill>
                <a:latin typeface="Trebuchet MS"/>
                <a:ea typeface="Trebuchet MS"/>
                <a:cs typeface="Trebuchet MS"/>
                <a:sym typeface="Trebuchet MS"/>
              </a:rPr>
              <a:t>Cash Deposits</a:t>
            </a:r>
            <a:endParaRPr/>
          </a:p>
          <a:p>
            <a:pPr indent="-171450" lvl="0" marL="212089" marR="40639" rtl="0" algn="just">
              <a:lnSpc>
                <a:spcPct val="150000"/>
              </a:lnSpc>
              <a:spcBef>
                <a:spcPts val="0"/>
              </a:spcBef>
              <a:spcAft>
                <a:spcPts val="0"/>
              </a:spcAft>
              <a:buClr>
                <a:srgbClr val="1A4276"/>
              </a:buClr>
              <a:buSzPts val="1600"/>
              <a:buFont typeface="Arial"/>
              <a:buChar char="•"/>
            </a:pPr>
            <a:r>
              <a:rPr b="0" i="0" lang="en-GB" sz="1200" u="none" cap="none" strike="noStrike">
                <a:solidFill>
                  <a:srgbClr val="1A4276"/>
                </a:solidFill>
                <a:latin typeface="Trebuchet MS"/>
                <a:ea typeface="Trebuchet MS"/>
                <a:cs typeface="Trebuchet MS"/>
                <a:sym typeface="Trebuchet MS"/>
              </a:rPr>
              <a:t>Cash Withdrawals</a:t>
            </a:r>
            <a:endParaRPr/>
          </a:p>
          <a:p>
            <a:pPr indent="-171450" lvl="0" marL="212089" marR="40639" rtl="0" algn="just">
              <a:lnSpc>
                <a:spcPct val="150000"/>
              </a:lnSpc>
              <a:spcBef>
                <a:spcPts val="0"/>
              </a:spcBef>
              <a:spcAft>
                <a:spcPts val="0"/>
              </a:spcAft>
              <a:buClr>
                <a:srgbClr val="1A4276"/>
              </a:buClr>
              <a:buSzPts val="1600"/>
              <a:buFont typeface="Arial"/>
              <a:buChar char="•"/>
            </a:pPr>
            <a:r>
              <a:rPr b="0" i="0" lang="en-GB" sz="1200" u="none" cap="none" strike="noStrike">
                <a:solidFill>
                  <a:srgbClr val="1A4276"/>
                </a:solidFill>
                <a:latin typeface="Trebuchet MS"/>
                <a:ea typeface="Trebuchet MS"/>
                <a:cs typeface="Trebuchet MS"/>
                <a:sym typeface="Trebuchet MS"/>
              </a:rPr>
              <a:t>Transfer Funds</a:t>
            </a:r>
            <a:endParaRPr/>
          </a:p>
          <a:p>
            <a:pPr indent="0" lvl="0" marL="40639" marR="40639" rtl="0" algn="just">
              <a:lnSpc>
                <a:spcPct val="150000"/>
              </a:lnSpc>
              <a:spcBef>
                <a:spcPts val="0"/>
              </a:spcBef>
              <a:spcAft>
                <a:spcPts val="0"/>
              </a:spcAft>
              <a:buNone/>
            </a:pPr>
            <a:r>
              <a:rPr b="0" i="0" lang="en-GB" sz="1200" u="none" cap="none" strike="noStrike">
                <a:solidFill>
                  <a:srgbClr val="1A4276"/>
                </a:solidFill>
                <a:latin typeface="Trebuchet MS"/>
                <a:ea typeface="Trebuchet MS"/>
                <a:cs typeface="Trebuchet MS"/>
                <a:sym typeface="Trebuchet MS"/>
              </a:rPr>
              <a:t>Many of these same services can also be performed at a nearby Premier Bank ATM.</a:t>
            </a:r>
            <a:endParaRPr/>
          </a:p>
          <a:p>
            <a:pPr indent="0" lvl="0" marL="40639" marR="40639" rtl="0" algn="just">
              <a:lnSpc>
                <a:spcPct val="150000"/>
              </a:lnSpc>
              <a:spcBef>
                <a:spcPts val="0"/>
              </a:spcBef>
              <a:spcAft>
                <a:spcPts val="0"/>
              </a:spcAft>
              <a:buNone/>
            </a:pPr>
            <a:r>
              <a:t/>
            </a:r>
            <a:endParaRPr b="0" i="0" sz="1200" u="none" cap="none" strike="noStrike">
              <a:solidFill>
                <a:srgbClr val="1A4276"/>
              </a:solidFill>
              <a:latin typeface="Trebuchet MS"/>
              <a:ea typeface="Trebuchet MS"/>
              <a:cs typeface="Trebuchet MS"/>
              <a:sym typeface="Trebuchet MS"/>
            </a:endParaRPr>
          </a:p>
        </p:txBody>
      </p:sp>
      <p:pic>
        <p:nvPicPr>
          <p:cNvPr id="566" name="Google Shape;566;p60"/>
          <p:cNvPicPr preferRelativeResize="0"/>
          <p:nvPr/>
        </p:nvPicPr>
        <p:blipFill rotWithShape="1">
          <a:blip r:embed="rId4">
            <a:alphaModFix/>
          </a:blip>
          <a:srcRect b="0" l="0" r="0" t="0"/>
          <a:stretch/>
        </p:blipFill>
        <p:spPr>
          <a:xfrm>
            <a:off x="5961423" y="2355154"/>
            <a:ext cx="2759777" cy="155121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570" name="Shape 570"/>
        <p:cNvGrpSpPr/>
        <p:nvPr/>
      </p:nvGrpSpPr>
      <p:grpSpPr>
        <a:xfrm>
          <a:off x="0" y="0"/>
          <a:ext cx="0" cy="0"/>
          <a:chOff x="0" y="0"/>
          <a:chExt cx="0" cy="0"/>
        </a:xfrm>
      </p:grpSpPr>
      <p:pic>
        <p:nvPicPr>
          <p:cNvPr id="571" name="Google Shape;571;p61"/>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572" name="Google Shape;572;p61"/>
          <p:cNvGrpSpPr/>
          <p:nvPr/>
        </p:nvGrpSpPr>
        <p:grpSpPr>
          <a:xfrm>
            <a:off x="611321" y="663118"/>
            <a:ext cx="8564529" cy="62974"/>
            <a:chOff x="0" y="0"/>
            <a:chExt cx="8564527" cy="62973"/>
          </a:xfrm>
        </p:grpSpPr>
        <p:sp>
          <p:nvSpPr>
            <p:cNvPr id="573" name="Google Shape;573;p61"/>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574" name="Google Shape;574;p61"/>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575" name="Google Shape;575;p61"/>
          <p:cNvSpPr/>
          <p:nvPr/>
        </p:nvSpPr>
        <p:spPr>
          <a:xfrm>
            <a:off x="611321" y="147380"/>
            <a:ext cx="4697120"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Premier Wallet</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576" name="Google Shape;576;p61"/>
          <p:cNvSpPr/>
          <p:nvPr/>
        </p:nvSpPr>
        <p:spPr>
          <a:xfrm>
            <a:off x="611320" y="1107950"/>
            <a:ext cx="8432480" cy="2687915"/>
          </a:xfrm>
          <a:prstGeom prst="rect">
            <a:avLst/>
          </a:prstGeom>
          <a:noFill/>
          <a:ln>
            <a:noFill/>
          </a:ln>
        </p:spPr>
        <p:txBody>
          <a:bodyPr anchorCtr="0" anchor="t" bIns="50800" lIns="50800" spcFirstLastPara="1" rIns="50800" wrap="square" tIns="50800">
            <a:spAutoFit/>
          </a:bodyPr>
          <a:lstStyle/>
          <a:p>
            <a:pPr indent="0" lvl="0" marL="0" marR="0" rtl="0" algn="just">
              <a:lnSpc>
                <a:spcPct val="100000"/>
              </a:lnSpc>
              <a:spcBef>
                <a:spcPts val="0"/>
              </a:spcBef>
              <a:spcAft>
                <a:spcPts val="0"/>
              </a:spcAft>
              <a:buNone/>
            </a:pPr>
            <a:r>
              <a:rPr b="0" i="1" lang="en-GB" sz="1200" u="none" cap="none" strike="noStrike">
                <a:solidFill>
                  <a:srgbClr val="00B050"/>
                </a:solidFill>
                <a:latin typeface="Trebuchet MS"/>
                <a:ea typeface="Trebuchet MS"/>
                <a:cs typeface="Trebuchet MS"/>
                <a:sym typeface="Trebuchet MS"/>
              </a:rPr>
              <a:t>Enjoy Amazing Features Benefits</a:t>
            </a:r>
            <a:endParaRPr/>
          </a:p>
          <a:p>
            <a:pPr indent="0" lvl="0" marL="0" marR="0" rtl="0" algn="just">
              <a:lnSpc>
                <a:spcPct val="100000"/>
              </a:lnSpc>
              <a:spcBef>
                <a:spcPts val="0"/>
              </a:spcBef>
              <a:spcAft>
                <a:spcPts val="0"/>
              </a:spcAft>
              <a:buNone/>
            </a:pPr>
            <a:r>
              <a:t/>
            </a:r>
            <a:endParaRPr b="0" i="1" sz="1200" u="none" cap="none" strike="noStrike">
              <a:solidFill>
                <a:srgbClr val="00B050"/>
              </a:solidFill>
              <a:latin typeface="Trebuchet MS"/>
              <a:ea typeface="Trebuchet MS"/>
              <a:cs typeface="Trebuchet MS"/>
              <a:sym typeface="Trebuchet MS"/>
            </a:endParaRPr>
          </a:p>
          <a:p>
            <a:pPr indent="0" lvl="0" marL="0" marR="0" rtl="0" algn="just">
              <a:lnSpc>
                <a:spcPct val="150000"/>
              </a:lnSpc>
              <a:spcBef>
                <a:spcPts val="0"/>
              </a:spcBef>
              <a:spcAft>
                <a:spcPts val="0"/>
              </a:spcAft>
              <a:buNone/>
            </a:pPr>
            <a:r>
              <a:rPr b="0" i="0" lang="en-GB" sz="1200" u="none" cap="none" strike="noStrike">
                <a:solidFill>
                  <a:srgbClr val="1A4276"/>
                </a:solidFill>
                <a:latin typeface="Trebuchet MS"/>
                <a:ea typeface="Trebuchet MS"/>
                <a:cs typeface="Trebuchet MS"/>
                <a:sym typeface="Trebuchet MS"/>
              </a:rPr>
              <a:t>Premier Wallet is the most successful mobile money service in Somalia. </a:t>
            </a:r>
            <a:endParaRPr/>
          </a:p>
          <a:p>
            <a:pPr indent="0" lvl="0" marL="0" marR="0" rtl="0" algn="just">
              <a:lnSpc>
                <a:spcPct val="150000"/>
              </a:lnSpc>
              <a:spcBef>
                <a:spcPts val="0"/>
              </a:spcBef>
              <a:spcAft>
                <a:spcPts val="0"/>
              </a:spcAft>
              <a:buNone/>
            </a:pPr>
            <a:r>
              <a:rPr b="0" i="0" lang="en-GB" sz="1200" u="none" cap="none" strike="noStrike">
                <a:solidFill>
                  <a:srgbClr val="1A4276"/>
                </a:solidFill>
                <a:latin typeface="Trebuchet MS"/>
                <a:ea typeface="Trebuchet MS"/>
                <a:cs typeface="Trebuchet MS"/>
                <a:sym typeface="Trebuchet MS"/>
              </a:rPr>
              <a:t>Premier Wallet offers financial services to non-banked populations</a:t>
            </a:r>
            <a:endParaRPr/>
          </a:p>
          <a:p>
            <a:pPr indent="0" lvl="0" marL="0" marR="0" rtl="0" algn="just">
              <a:lnSpc>
                <a:spcPct val="150000"/>
              </a:lnSpc>
              <a:spcBef>
                <a:spcPts val="0"/>
              </a:spcBef>
              <a:spcAft>
                <a:spcPts val="0"/>
              </a:spcAft>
              <a:buNone/>
            </a:pPr>
            <a:r>
              <a:rPr b="0" i="0" lang="en-GB" sz="1200" u="none" cap="none" strike="noStrike">
                <a:solidFill>
                  <a:srgbClr val="1A4276"/>
                </a:solidFill>
                <a:latin typeface="Trebuchet MS"/>
                <a:ea typeface="Trebuchet MS"/>
                <a:cs typeface="Trebuchet MS"/>
                <a:sym typeface="Trebuchet MS"/>
              </a:rPr>
              <a:t> or people with limited access to banks. Premier Wallet is a safe,</a:t>
            </a:r>
            <a:endParaRPr/>
          </a:p>
          <a:p>
            <a:pPr indent="0" lvl="0" marL="0" marR="0" rtl="0" algn="just">
              <a:lnSpc>
                <a:spcPct val="150000"/>
              </a:lnSpc>
              <a:spcBef>
                <a:spcPts val="0"/>
              </a:spcBef>
              <a:spcAft>
                <a:spcPts val="0"/>
              </a:spcAft>
              <a:buNone/>
            </a:pPr>
            <a:r>
              <a:rPr b="0" i="0" lang="en-GB" sz="1200" u="none" cap="none" strike="noStrike">
                <a:solidFill>
                  <a:srgbClr val="1A4276"/>
                </a:solidFill>
                <a:latin typeface="Trebuchet MS"/>
                <a:ea typeface="Trebuchet MS"/>
                <a:cs typeface="Trebuchet MS"/>
                <a:sym typeface="Trebuchet MS"/>
              </a:rPr>
              <a:t> affordable, and secure way to trade on your smartphone. </a:t>
            </a:r>
            <a:endParaRPr/>
          </a:p>
          <a:p>
            <a:pPr indent="0" lvl="0" marL="0" marR="0" rtl="0" algn="just">
              <a:lnSpc>
                <a:spcPct val="150000"/>
              </a:lnSpc>
              <a:spcBef>
                <a:spcPts val="0"/>
              </a:spcBef>
              <a:spcAft>
                <a:spcPts val="0"/>
              </a:spcAft>
              <a:buNone/>
            </a:pPr>
            <a:r>
              <a:rPr b="0" i="0" lang="en-GB" sz="1200" u="none" cap="none" strike="noStrike">
                <a:solidFill>
                  <a:srgbClr val="1A4276"/>
                </a:solidFill>
                <a:latin typeface="Trebuchet MS"/>
                <a:ea typeface="Trebuchet MS"/>
                <a:cs typeface="Trebuchet MS"/>
                <a:sym typeface="Trebuchet MS"/>
              </a:rPr>
              <a:t>Top-up, money transfer, withdrawals, bill payments, and mobile banking </a:t>
            </a:r>
            <a:endParaRPr/>
          </a:p>
          <a:p>
            <a:pPr indent="0" lvl="0" marL="0" marR="0" rtl="0" algn="just">
              <a:lnSpc>
                <a:spcPct val="150000"/>
              </a:lnSpc>
              <a:spcBef>
                <a:spcPts val="0"/>
              </a:spcBef>
              <a:spcAft>
                <a:spcPts val="0"/>
              </a:spcAft>
              <a:buNone/>
            </a:pPr>
            <a:r>
              <a:rPr b="0" i="0" lang="en-GB" sz="1200" u="none" cap="none" strike="noStrike">
                <a:solidFill>
                  <a:srgbClr val="1A4276"/>
                </a:solidFill>
                <a:latin typeface="Trebuchet MS"/>
                <a:ea typeface="Trebuchet MS"/>
                <a:cs typeface="Trebuchet MS"/>
                <a:sym typeface="Trebuchet MS"/>
              </a:rPr>
              <a:t>are the primary features of Premier Wallet.</a:t>
            </a:r>
            <a:endParaRPr/>
          </a:p>
          <a:p>
            <a:pPr indent="0" lvl="0" marL="0" marR="0" rtl="0" algn="just">
              <a:lnSpc>
                <a:spcPct val="150000"/>
              </a:lnSpc>
              <a:spcBef>
                <a:spcPts val="0"/>
              </a:spcBef>
              <a:spcAft>
                <a:spcPts val="0"/>
              </a:spcAft>
              <a:buNone/>
            </a:pPr>
            <a:r>
              <a:t/>
            </a:r>
            <a:endParaRPr b="0" i="0" sz="1200" u="none" cap="none" strike="noStrike">
              <a:solidFill>
                <a:srgbClr val="1A4276"/>
              </a:solidFill>
              <a:latin typeface="Trebuchet MS"/>
              <a:ea typeface="Trebuchet MS"/>
              <a:cs typeface="Trebuchet MS"/>
              <a:sym typeface="Trebuchet MS"/>
            </a:endParaRPr>
          </a:p>
          <a:p>
            <a:pPr indent="0" lvl="0" marL="0" marR="0" rtl="0" algn="just">
              <a:lnSpc>
                <a:spcPct val="150000"/>
              </a:lnSpc>
              <a:spcBef>
                <a:spcPts val="0"/>
              </a:spcBef>
              <a:spcAft>
                <a:spcPts val="0"/>
              </a:spcAft>
              <a:buNone/>
            </a:pPr>
            <a:r>
              <a:t/>
            </a:r>
            <a:endParaRPr b="0" i="0" sz="1200" u="none" cap="none" strike="noStrike">
              <a:solidFill>
                <a:srgbClr val="1A4276"/>
              </a:solidFill>
              <a:latin typeface="Trebuchet MS"/>
              <a:ea typeface="Trebuchet MS"/>
              <a:cs typeface="Trebuchet MS"/>
              <a:sym typeface="Trebuchet MS"/>
            </a:endParaRPr>
          </a:p>
        </p:txBody>
      </p:sp>
      <p:pic>
        <p:nvPicPr>
          <p:cNvPr id="577" name="Google Shape;577;p61"/>
          <p:cNvPicPr preferRelativeResize="0"/>
          <p:nvPr/>
        </p:nvPicPr>
        <p:blipFill rotWithShape="1">
          <a:blip r:embed="rId4">
            <a:alphaModFix/>
          </a:blip>
          <a:srcRect b="0" l="0" r="0" t="0"/>
          <a:stretch/>
        </p:blipFill>
        <p:spPr>
          <a:xfrm>
            <a:off x="6708039" y="1025615"/>
            <a:ext cx="1824641" cy="367516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581" name="Shape 581"/>
        <p:cNvGrpSpPr/>
        <p:nvPr/>
      </p:nvGrpSpPr>
      <p:grpSpPr>
        <a:xfrm>
          <a:off x="0" y="0"/>
          <a:ext cx="0" cy="0"/>
          <a:chOff x="0" y="0"/>
          <a:chExt cx="0" cy="0"/>
        </a:xfrm>
      </p:grpSpPr>
      <p:pic>
        <p:nvPicPr>
          <p:cNvPr id="582" name="Google Shape;582;p62"/>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583" name="Google Shape;583;p62"/>
          <p:cNvGrpSpPr/>
          <p:nvPr/>
        </p:nvGrpSpPr>
        <p:grpSpPr>
          <a:xfrm>
            <a:off x="611321" y="663118"/>
            <a:ext cx="8564529" cy="62974"/>
            <a:chOff x="0" y="0"/>
            <a:chExt cx="8564527" cy="62973"/>
          </a:xfrm>
        </p:grpSpPr>
        <p:sp>
          <p:nvSpPr>
            <p:cNvPr id="584" name="Google Shape;584;p62"/>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585" name="Google Shape;585;p62"/>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586" name="Google Shape;586;p62"/>
          <p:cNvSpPr/>
          <p:nvPr/>
        </p:nvSpPr>
        <p:spPr>
          <a:xfrm>
            <a:off x="611321" y="147380"/>
            <a:ext cx="4697120"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Premier Wallet</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587" name="Google Shape;587;p62"/>
          <p:cNvSpPr/>
          <p:nvPr/>
        </p:nvSpPr>
        <p:spPr>
          <a:xfrm>
            <a:off x="611320" y="1107950"/>
            <a:ext cx="8432480" cy="2687915"/>
          </a:xfrm>
          <a:prstGeom prst="rect">
            <a:avLst/>
          </a:prstGeom>
          <a:noFill/>
          <a:ln>
            <a:noFill/>
          </a:ln>
        </p:spPr>
        <p:txBody>
          <a:bodyPr anchorCtr="0" anchor="t" bIns="50800" lIns="50800" spcFirstLastPara="1" rIns="50800" wrap="square" tIns="50800">
            <a:spAutoFit/>
          </a:bodyPr>
          <a:lstStyle/>
          <a:p>
            <a:pPr indent="0" lvl="0" marL="0" marR="0" rtl="0" algn="just">
              <a:lnSpc>
                <a:spcPct val="100000"/>
              </a:lnSpc>
              <a:spcBef>
                <a:spcPts val="0"/>
              </a:spcBef>
              <a:spcAft>
                <a:spcPts val="0"/>
              </a:spcAft>
              <a:buNone/>
            </a:pPr>
            <a:r>
              <a:rPr b="0" i="1" lang="en-GB" sz="1200" u="none" cap="none" strike="noStrike">
                <a:solidFill>
                  <a:srgbClr val="00B050"/>
                </a:solidFill>
                <a:latin typeface="Trebuchet MS"/>
                <a:ea typeface="Trebuchet MS"/>
                <a:cs typeface="Trebuchet MS"/>
                <a:sym typeface="Trebuchet MS"/>
              </a:rPr>
              <a:t>Amazing Feature</a:t>
            </a:r>
            <a:endParaRPr/>
          </a:p>
          <a:p>
            <a:pPr indent="0" lvl="0" marL="0" marR="0" rtl="0" algn="just">
              <a:lnSpc>
                <a:spcPct val="100000"/>
              </a:lnSpc>
              <a:spcBef>
                <a:spcPts val="0"/>
              </a:spcBef>
              <a:spcAft>
                <a:spcPts val="0"/>
              </a:spcAft>
              <a:buNone/>
            </a:pPr>
            <a:r>
              <a:t/>
            </a:r>
            <a:endParaRPr b="0" i="1" sz="1200" u="none" cap="none" strike="noStrike">
              <a:solidFill>
                <a:srgbClr val="00B050"/>
              </a:solidFill>
              <a:latin typeface="Trebuchet MS"/>
              <a:ea typeface="Trebuchet MS"/>
              <a:cs typeface="Trebuchet MS"/>
              <a:sym typeface="Trebuchet MS"/>
            </a:endParaRPr>
          </a:p>
          <a:p>
            <a:pPr indent="0" lvl="0" marL="0" marR="0" rtl="0" algn="just">
              <a:lnSpc>
                <a:spcPct val="150000"/>
              </a:lnSpc>
              <a:spcBef>
                <a:spcPts val="0"/>
              </a:spcBef>
              <a:spcAft>
                <a:spcPts val="0"/>
              </a:spcAft>
              <a:buNone/>
            </a:pPr>
            <a:r>
              <a:rPr b="0" i="0" lang="en-GB" sz="1200" u="none" cap="none" strike="noStrike">
                <a:solidFill>
                  <a:srgbClr val="1A4276"/>
                </a:solidFill>
                <a:latin typeface="Trebuchet MS"/>
                <a:ea typeface="Trebuchet MS"/>
                <a:cs typeface="Trebuchet MS"/>
                <a:sym typeface="Trebuchet MS"/>
              </a:rPr>
              <a:t>Everything on premier wallet is blazing fast. You can onboard in minutes, pay your friends, bills, or merchants in one tap. Your personal and financial data is encrypted and saved on our secure servers. Your money is safe with us.</a:t>
            </a:r>
            <a:endParaRPr/>
          </a:p>
          <a:p>
            <a:pPr indent="0" lvl="0" marL="0" marR="0" rtl="0" algn="just">
              <a:lnSpc>
                <a:spcPct val="150000"/>
              </a:lnSpc>
              <a:spcBef>
                <a:spcPts val="0"/>
              </a:spcBef>
              <a:spcAft>
                <a:spcPts val="0"/>
              </a:spcAft>
              <a:buNone/>
            </a:pPr>
            <a:r>
              <a:t/>
            </a:r>
            <a:endParaRPr b="0" i="0" sz="1200" u="none" cap="none" strike="noStrike">
              <a:solidFill>
                <a:srgbClr val="1A4276"/>
              </a:solidFill>
              <a:latin typeface="Trebuchet MS"/>
              <a:ea typeface="Trebuchet MS"/>
              <a:cs typeface="Trebuchet MS"/>
              <a:sym typeface="Trebuchet MS"/>
            </a:endParaRPr>
          </a:p>
          <a:p>
            <a:pPr indent="0" lvl="0" marL="0" marR="0" rtl="0" algn="just">
              <a:lnSpc>
                <a:spcPct val="150000"/>
              </a:lnSpc>
              <a:spcBef>
                <a:spcPts val="0"/>
              </a:spcBef>
              <a:spcAft>
                <a:spcPts val="0"/>
              </a:spcAft>
              <a:buNone/>
            </a:pPr>
            <a:r>
              <a:t/>
            </a:r>
            <a:endParaRPr b="0" i="0" sz="1200" u="none" cap="none" strike="noStrike">
              <a:solidFill>
                <a:srgbClr val="1A4276"/>
              </a:solidFill>
              <a:latin typeface="Trebuchet MS"/>
              <a:ea typeface="Trebuchet MS"/>
              <a:cs typeface="Trebuchet MS"/>
              <a:sym typeface="Trebuchet MS"/>
            </a:endParaRPr>
          </a:p>
          <a:p>
            <a:pPr indent="0" lvl="0" marL="0" marR="0" rtl="0" algn="just">
              <a:lnSpc>
                <a:spcPct val="150000"/>
              </a:lnSpc>
              <a:spcBef>
                <a:spcPts val="0"/>
              </a:spcBef>
              <a:spcAft>
                <a:spcPts val="0"/>
              </a:spcAft>
              <a:buNone/>
            </a:pPr>
            <a:r>
              <a:t/>
            </a:r>
            <a:endParaRPr b="0" i="0" sz="1200" u="none" cap="none" strike="noStrike">
              <a:solidFill>
                <a:srgbClr val="1A4276"/>
              </a:solidFill>
              <a:latin typeface="Trebuchet MS"/>
              <a:ea typeface="Trebuchet MS"/>
              <a:cs typeface="Trebuchet MS"/>
              <a:sym typeface="Trebuchet MS"/>
            </a:endParaRPr>
          </a:p>
          <a:p>
            <a:pPr indent="0" lvl="0" marL="0" marR="0" rtl="0" algn="just">
              <a:lnSpc>
                <a:spcPct val="150000"/>
              </a:lnSpc>
              <a:spcBef>
                <a:spcPts val="0"/>
              </a:spcBef>
              <a:spcAft>
                <a:spcPts val="0"/>
              </a:spcAft>
              <a:buNone/>
            </a:pPr>
            <a:r>
              <a:t/>
            </a:r>
            <a:endParaRPr b="0" i="0" sz="1200" u="none" cap="none" strike="noStrike">
              <a:solidFill>
                <a:srgbClr val="1A4276"/>
              </a:solidFill>
              <a:latin typeface="Trebuchet MS"/>
              <a:ea typeface="Trebuchet MS"/>
              <a:cs typeface="Trebuchet MS"/>
              <a:sym typeface="Trebuchet MS"/>
            </a:endParaRPr>
          </a:p>
          <a:p>
            <a:pPr indent="0" lvl="0" marL="0" marR="0" rtl="0" algn="just">
              <a:lnSpc>
                <a:spcPct val="150000"/>
              </a:lnSpc>
              <a:spcBef>
                <a:spcPts val="0"/>
              </a:spcBef>
              <a:spcAft>
                <a:spcPts val="0"/>
              </a:spcAft>
              <a:buNone/>
            </a:pPr>
            <a:r>
              <a:t/>
            </a:r>
            <a:endParaRPr b="0" i="0" sz="1200" u="none" cap="none" strike="noStrike">
              <a:solidFill>
                <a:srgbClr val="1A4276"/>
              </a:solidFill>
              <a:latin typeface="Trebuchet MS"/>
              <a:ea typeface="Trebuchet MS"/>
              <a:cs typeface="Trebuchet MS"/>
              <a:sym typeface="Trebuchet MS"/>
            </a:endParaRPr>
          </a:p>
          <a:p>
            <a:pPr indent="0" lvl="0" marL="0" marR="0" rtl="0" algn="just">
              <a:lnSpc>
                <a:spcPct val="150000"/>
              </a:lnSpc>
              <a:spcBef>
                <a:spcPts val="0"/>
              </a:spcBef>
              <a:spcAft>
                <a:spcPts val="0"/>
              </a:spcAft>
              <a:buNone/>
            </a:pPr>
            <a:r>
              <a:t/>
            </a:r>
            <a:endParaRPr b="0" i="0" sz="1200" u="none" cap="none" strike="noStrike">
              <a:solidFill>
                <a:srgbClr val="1A4276"/>
              </a:solidFill>
              <a:latin typeface="Trebuchet MS"/>
              <a:ea typeface="Trebuchet MS"/>
              <a:cs typeface="Trebuchet MS"/>
              <a:sym typeface="Trebuchet MS"/>
            </a:endParaRPr>
          </a:p>
        </p:txBody>
      </p:sp>
      <p:pic>
        <p:nvPicPr>
          <p:cNvPr id="588" name="Google Shape;588;p62"/>
          <p:cNvPicPr preferRelativeResize="0"/>
          <p:nvPr/>
        </p:nvPicPr>
        <p:blipFill rotWithShape="1">
          <a:blip r:embed="rId4">
            <a:alphaModFix/>
          </a:blip>
          <a:srcRect b="0" l="0" r="0" t="0"/>
          <a:stretch/>
        </p:blipFill>
        <p:spPr>
          <a:xfrm>
            <a:off x="307321" y="2341189"/>
            <a:ext cx="1362075" cy="1362075"/>
          </a:xfrm>
          <a:prstGeom prst="rect">
            <a:avLst/>
          </a:prstGeom>
          <a:noFill/>
          <a:ln>
            <a:noFill/>
          </a:ln>
        </p:spPr>
      </p:pic>
      <p:pic>
        <p:nvPicPr>
          <p:cNvPr id="589" name="Google Shape;589;p62"/>
          <p:cNvPicPr preferRelativeResize="0"/>
          <p:nvPr/>
        </p:nvPicPr>
        <p:blipFill rotWithShape="1">
          <a:blip r:embed="rId5">
            <a:alphaModFix/>
          </a:blip>
          <a:srcRect b="0" l="0" r="0" t="0"/>
          <a:stretch/>
        </p:blipFill>
        <p:spPr>
          <a:xfrm>
            <a:off x="1795097" y="2341189"/>
            <a:ext cx="1362075" cy="1362075"/>
          </a:xfrm>
          <a:prstGeom prst="rect">
            <a:avLst/>
          </a:prstGeom>
          <a:noFill/>
          <a:ln>
            <a:noFill/>
          </a:ln>
        </p:spPr>
      </p:pic>
      <p:pic>
        <p:nvPicPr>
          <p:cNvPr id="590" name="Google Shape;590;p62"/>
          <p:cNvPicPr preferRelativeResize="0"/>
          <p:nvPr/>
        </p:nvPicPr>
        <p:blipFill rotWithShape="1">
          <a:blip r:embed="rId6">
            <a:alphaModFix/>
          </a:blip>
          <a:srcRect b="0" l="0" r="0" t="0"/>
          <a:stretch/>
        </p:blipFill>
        <p:spPr>
          <a:xfrm>
            <a:off x="3250634" y="2341189"/>
            <a:ext cx="1362075" cy="1362075"/>
          </a:xfrm>
          <a:prstGeom prst="rect">
            <a:avLst/>
          </a:prstGeom>
          <a:noFill/>
          <a:ln>
            <a:noFill/>
          </a:ln>
        </p:spPr>
      </p:pic>
      <p:pic>
        <p:nvPicPr>
          <p:cNvPr id="591" name="Google Shape;591;p62"/>
          <p:cNvPicPr preferRelativeResize="0"/>
          <p:nvPr/>
        </p:nvPicPr>
        <p:blipFill rotWithShape="1">
          <a:blip r:embed="rId7">
            <a:alphaModFix/>
          </a:blip>
          <a:srcRect b="0" l="0" r="0" t="0"/>
          <a:stretch/>
        </p:blipFill>
        <p:spPr>
          <a:xfrm>
            <a:off x="4750863" y="2403433"/>
            <a:ext cx="1362075" cy="1362075"/>
          </a:xfrm>
          <a:prstGeom prst="rect">
            <a:avLst/>
          </a:prstGeom>
          <a:noFill/>
          <a:ln>
            <a:noFill/>
          </a:ln>
        </p:spPr>
      </p:pic>
      <p:sp>
        <p:nvSpPr>
          <p:cNvPr id="592" name="Google Shape;592;p62"/>
          <p:cNvSpPr/>
          <p:nvPr/>
        </p:nvSpPr>
        <p:spPr>
          <a:xfrm>
            <a:off x="415305" y="3691866"/>
            <a:ext cx="1227313" cy="687368"/>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1400" u="none" cap="none" strike="noStrike">
                <a:solidFill>
                  <a:srgbClr val="1C4175"/>
                </a:solidFill>
                <a:latin typeface="Avenir"/>
                <a:ea typeface="Avenir"/>
                <a:cs typeface="Avenir"/>
                <a:sym typeface="Avenir"/>
              </a:rPr>
              <a:t>Transferee</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593" name="Google Shape;593;p62"/>
          <p:cNvSpPr/>
          <p:nvPr/>
        </p:nvSpPr>
        <p:spPr>
          <a:xfrm>
            <a:off x="3244898" y="3768810"/>
            <a:ext cx="1300110" cy="687368"/>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1400" u="none" cap="none" strike="noStrike">
                <a:solidFill>
                  <a:srgbClr val="1C4175"/>
                </a:solidFill>
                <a:latin typeface="Avenir"/>
                <a:ea typeface="Avenir"/>
                <a:cs typeface="Avenir"/>
                <a:sym typeface="Avenir"/>
              </a:rPr>
              <a:t>Withdrawal</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594" name="Google Shape;594;p62"/>
          <p:cNvSpPr/>
          <p:nvPr/>
        </p:nvSpPr>
        <p:spPr>
          <a:xfrm>
            <a:off x="4781845" y="3795865"/>
            <a:ext cx="1300110" cy="718145"/>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1600" u="none" cap="none" strike="noStrike">
                <a:solidFill>
                  <a:srgbClr val="1C4175"/>
                </a:solidFill>
                <a:latin typeface="Avenir"/>
                <a:ea typeface="Avenir"/>
                <a:cs typeface="Avenir"/>
                <a:sym typeface="Avenir"/>
              </a:rPr>
              <a:t>Bill Payment</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595" name="Google Shape;595;p62"/>
          <p:cNvSpPr/>
          <p:nvPr/>
        </p:nvSpPr>
        <p:spPr>
          <a:xfrm>
            <a:off x="7874246" y="3834038"/>
            <a:ext cx="1227313" cy="687368"/>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1400" u="none" cap="none" strike="noStrike">
                <a:solidFill>
                  <a:srgbClr val="1C4175"/>
                </a:solidFill>
                <a:latin typeface="Avenir"/>
                <a:ea typeface="Avenir"/>
                <a:cs typeface="Avenir"/>
                <a:sym typeface="Avenir"/>
              </a:rPr>
              <a:t>Wallet Send</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pic>
        <p:nvPicPr>
          <p:cNvPr id="596" name="Google Shape;596;p62"/>
          <p:cNvPicPr preferRelativeResize="0"/>
          <p:nvPr/>
        </p:nvPicPr>
        <p:blipFill rotWithShape="1">
          <a:blip r:embed="rId8">
            <a:alphaModFix/>
          </a:blip>
          <a:srcRect b="0" l="0" r="0" t="0"/>
          <a:stretch/>
        </p:blipFill>
        <p:spPr>
          <a:xfrm>
            <a:off x="6250419" y="2403433"/>
            <a:ext cx="1362075" cy="1362075"/>
          </a:xfrm>
          <a:prstGeom prst="rect">
            <a:avLst/>
          </a:prstGeom>
          <a:noFill/>
          <a:ln>
            <a:noFill/>
          </a:ln>
        </p:spPr>
      </p:pic>
      <p:pic>
        <p:nvPicPr>
          <p:cNvPr id="597" name="Google Shape;597;p62"/>
          <p:cNvPicPr preferRelativeResize="0"/>
          <p:nvPr/>
        </p:nvPicPr>
        <p:blipFill rotWithShape="1">
          <a:blip r:embed="rId9">
            <a:alphaModFix/>
          </a:blip>
          <a:srcRect b="0" l="0" r="0" t="0"/>
          <a:stretch/>
        </p:blipFill>
        <p:spPr>
          <a:xfrm>
            <a:off x="7675989" y="2464052"/>
            <a:ext cx="1362075" cy="1362075"/>
          </a:xfrm>
          <a:prstGeom prst="rect">
            <a:avLst/>
          </a:prstGeom>
          <a:noFill/>
          <a:ln>
            <a:noFill/>
          </a:ln>
        </p:spPr>
      </p:pic>
      <p:sp>
        <p:nvSpPr>
          <p:cNvPr id="598" name="Google Shape;598;p62"/>
          <p:cNvSpPr/>
          <p:nvPr/>
        </p:nvSpPr>
        <p:spPr>
          <a:xfrm>
            <a:off x="6386912" y="3864816"/>
            <a:ext cx="1227313" cy="656590"/>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1200" u="none" cap="none" strike="noStrike">
                <a:solidFill>
                  <a:srgbClr val="1C4175"/>
                </a:solidFill>
                <a:latin typeface="Avenir"/>
                <a:ea typeface="Avenir"/>
                <a:cs typeface="Avenir"/>
                <a:sym typeface="Avenir"/>
              </a:rPr>
              <a:t>Mobile Banking</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
        <p:nvSpPr>
          <p:cNvPr id="599" name="Google Shape;599;p62"/>
          <p:cNvSpPr/>
          <p:nvPr/>
        </p:nvSpPr>
        <p:spPr>
          <a:xfrm>
            <a:off x="2034663" y="3743866"/>
            <a:ext cx="1300110" cy="687368"/>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1400" u="none" cap="none" strike="noStrike">
                <a:solidFill>
                  <a:srgbClr val="1C4175"/>
                </a:solidFill>
                <a:latin typeface="Avenir"/>
                <a:ea typeface="Avenir"/>
                <a:cs typeface="Avenir"/>
                <a:sym typeface="Avenir"/>
              </a:rPr>
              <a:t>Top Up</a:t>
            </a: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603" name="Shape 603"/>
        <p:cNvGrpSpPr/>
        <p:nvPr/>
      </p:nvGrpSpPr>
      <p:grpSpPr>
        <a:xfrm>
          <a:off x="0" y="0"/>
          <a:ext cx="0" cy="0"/>
          <a:chOff x="0" y="0"/>
          <a:chExt cx="0" cy="0"/>
        </a:xfrm>
      </p:grpSpPr>
      <p:pic>
        <p:nvPicPr>
          <p:cNvPr id="604" name="Google Shape;604;p63"/>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605" name="Google Shape;605;p63"/>
          <p:cNvGrpSpPr/>
          <p:nvPr/>
        </p:nvGrpSpPr>
        <p:grpSpPr>
          <a:xfrm>
            <a:off x="611321" y="663118"/>
            <a:ext cx="8564529" cy="62974"/>
            <a:chOff x="0" y="0"/>
            <a:chExt cx="8564527" cy="62973"/>
          </a:xfrm>
        </p:grpSpPr>
        <p:sp>
          <p:nvSpPr>
            <p:cNvPr id="606" name="Google Shape;606;p63"/>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607" name="Google Shape;607;p63"/>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608" name="Google Shape;608;p63"/>
          <p:cNvSpPr/>
          <p:nvPr/>
        </p:nvSpPr>
        <p:spPr>
          <a:xfrm>
            <a:off x="611320" y="147380"/>
            <a:ext cx="6147619"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WALLET SEND AND REMITTANCE METHODS</a:t>
            </a:r>
            <a:endParaRPr b="1" i="0" sz="2400" u="none" cap="none" strike="noStrike">
              <a:solidFill>
                <a:srgbClr val="1C4175"/>
              </a:solidFill>
              <a:latin typeface="Avenir"/>
              <a:ea typeface="Avenir"/>
              <a:cs typeface="Avenir"/>
              <a:sym typeface="Aveni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grpSp>
        <p:nvGrpSpPr>
          <p:cNvPr id="609" name="Google Shape;609;p63"/>
          <p:cNvGrpSpPr/>
          <p:nvPr/>
        </p:nvGrpSpPr>
        <p:grpSpPr>
          <a:xfrm>
            <a:off x="1527013" y="1478505"/>
            <a:ext cx="6851973" cy="2635374"/>
            <a:chOff x="3013" y="489869"/>
            <a:chExt cx="6851973" cy="2635374"/>
          </a:xfrm>
        </p:grpSpPr>
        <p:sp>
          <p:nvSpPr>
            <p:cNvPr id="610" name="Google Shape;610;p63"/>
            <p:cNvSpPr/>
            <p:nvPr/>
          </p:nvSpPr>
          <p:spPr>
            <a:xfrm>
              <a:off x="3013" y="489869"/>
              <a:ext cx="2635374" cy="2635374"/>
            </a:xfrm>
            <a:prstGeom prst="ellipse">
              <a:avLst/>
            </a:prstGeom>
            <a:solidFill>
              <a:srgbClr val="0065C0">
                <a:alpha val="49803"/>
              </a:srgbClr>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63"/>
            <p:cNvSpPr txBox="1"/>
            <p:nvPr/>
          </p:nvSpPr>
          <p:spPr>
            <a:xfrm>
              <a:off x="388955" y="875811"/>
              <a:ext cx="1863490" cy="1863490"/>
            </a:xfrm>
            <a:prstGeom prst="rect">
              <a:avLst/>
            </a:prstGeom>
            <a:noFill/>
            <a:ln>
              <a:noFill/>
            </a:ln>
          </p:spPr>
          <p:txBody>
            <a:bodyPr anchorCtr="0" anchor="ctr" bIns="41900" lIns="145025" spcFirstLastPara="1" rIns="145025" wrap="square" tIns="41900">
              <a:noAutofit/>
            </a:bodyPr>
            <a:lstStyle/>
            <a:p>
              <a:pPr indent="0" lvl="0" marL="0" marR="0" rtl="0" algn="ctr">
                <a:lnSpc>
                  <a:spcPct val="90000"/>
                </a:lnSpc>
                <a:spcBef>
                  <a:spcPts val="0"/>
                </a:spcBef>
                <a:spcAft>
                  <a:spcPts val="0"/>
                </a:spcAft>
                <a:buClr>
                  <a:srgbClr val="000000"/>
                </a:buClr>
                <a:buSzPts val="3300"/>
                <a:buFont typeface="Arial"/>
                <a:buNone/>
              </a:pPr>
              <a:r>
                <a:rPr b="0" i="0" lang="en-GB" sz="3300" u="none" cap="none" strike="noStrike">
                  <a:solidFill>
                    <a:schemeClr val="dk1"/>
                  </a:solidFill>
                  <a:latin typeface="Arial"/>
                  <a:ea typeface="Arial"/>
                  <a:cs typeface="Arial"/>
                  <a:sym typeface="Arial"/>
                </a:rPr>
                <a:t>Mobile Money</a:t>
              </a:r>
              <a:endParaRPr/>
            </a:p>
          </p:txBody>
        </p:sp>
        <p:sp>
          <p:nvSpPr>
            <p:cNvPr id="612" name="Google Shape;612;p63"/>
            <p:cNvSpPr/>
            <p:nvPr/>
          </p:nvSpPr>
          <p:spPr>
            <a:xfrm>
              <a:off x="2111312" y="489869"/>
              <a:ext cx="2635374" cy="2635374"/>
            </a:xfrm>
            <a:prstGeom prst="ellipse">
              <a:avLst/>
            </a:prstGeom>
            <a:solidFill>
              <a:srgbClr val="0065C0">
                <a:alpha val="49803"/>
              </a:srgbClr>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63"/>
            <p:cNvSpPr txBox="1"/>
            <p:nvPr/>
          </p:nvSpPr>
          <p:spPr>
            <a:xfrm>
              <a:off x="2497254" y="875811"/>
              <a:ext cx="1863490" cy="1863490"/>
            </a:xfrm>
            <a:prstGeom prst="rect">
              <a:avLst/>
            </a:prstGeom>
            <a:noFill/>
            <a:ln>
              <a:noFill/>
            </a:ln>
          </p:spPr>
          <p:txBody>
            <a:bodyPr anchorCtr="0" anchor="ctr" bIns="41900" lIns="145025" spcFirstLastPara="1" rIns="145025" wrap="square" tIns="41900">
              <a:noAutofit/>
            </a:bodyPr>
            <a:lstStyle/>
            <a:p>
              <a:pPr indent="0" lvl="0" marL="0" marR="0" rtl="0" algn="ctr">
                <a:lnSpc>
                  <a:spcPct val="90000"/>
                </a:lnSpc>
                <a:spcBef>
                  <a:spcPts val="0"/>
                </a:spcBef>
                <a:spcAft>
                  <a:spcPts val="0"/>
                </a:spcAft>
                <a:buClr>
                  <a:srgbClr val="000000"/>
                </a:buClr>
                <a:buSzPts val="3300"/>
                <a:buFont typeface="Arial"/>
                <a:buNone/>
              </a:pPr>
              <a:r>
                <a:rPr b="0" i="0" lang="en-GB" sz="3300" u="none" cap="none" strike="noStrike">
                  <a:solidFill>
                    <a:schemeClr val="dk1"/>
                  </a:solidFill>
                  <a:latin typeface="Arial"/>
                  <a:ea typeface="Arial"/>
                  <a:cs typeface="Arial"/>
                  <a:sym typeface="Arial"/>
                </a:rPr>
                <a:t>Cash Pickup</a:t>
              </a:r>
              <a:endParaRPr/>
            </a:p>
          </p:txBody>
        </p:sp>
        <p:sp>
          <p:nvSpPr>
            <p:cNvPr id="614" name="Google Shape;614;p63"/>
            <p:cNvSpPr/>
            <p:nvPr/>
          </p:nvSpPr>
          <p:spPr>
            <a:xfrm>
              <a:off x="4219612" y="489869"/>
              <a:ext cx="2635374" cy="2635374"/>
            </a:xfrm>
            <a:prstGeom prst="ellipse">
              <a:avLst/>
            </a:prstGeom>
            <a:solidFill>
              <a:srgbClr val="0065C0">
                <a:alpha val="49803"/>
              </a:srgbClr>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63"/>
            <p:cNvSpPr txBox="1"/>
            <p:nvPr/>
          </p:nvSpPr>
          <p:spPr>
            <a:xfrm>
              <a:off x="4605554" y="875811"/>
              <a:ext cx="1863490" cy="1863490"/>
            </a:xfrm>
            <a:prstGeom prst="rect">
              <a:avLst/>
            </a:prstGeom>
            <a:noFill/>
            <a:ln>
              <a:noFill/>
            </a:ln>
          </p:spPr>
          <p:txBody>
            <a:bodyPr anchorCtr="0" anchor="ctr" bIns="41900" lIns="145025" spcFirstLastPara="1" rIns="145025" wrap="square" tIns="41900">
              <a:noAutofit/>
            </a:bodyPr>
            <a:lstStyle/>
            <a:p>
              <a:pPr indent="0" lvl="0" marL="0" marR="0" rtl="0" algn="ctr">
                <a:lnSpc>
                  <a:spcPct val="90000"/>
                </a:lnSpc>
                <a:spcBef>
                  <a:spcPts val="0"/>
                </a:spcBef>
                <a:spcAft>
                  <a:spcPts val="0"/>
                </a:spcAft>
                <a:buClr>
                  <a:srgbClr val="000000"/>
                </a:buClr>
                <a:buSzPts val="3300"/>
                <a:buFont typeface="Arial"/>
                <a:buNone/>
              </a:pPr>
              <a:r>
                <a:rPr b="0" i="0" lang="en-GB" sz="3300" u="none" cap="none" strike="noStrike">
                  <a:solidFill>
                    <a:schemeClr val="dk1"/>
                  </a:solidFill>
                  <a:latin typeface="Arial"/>
                  <a:ea typeface="Arial"/>
                  <a:cs typeface="Arial"/>
                  <a:sym typeface="Arial"/>
                </a:rPr>
                <a:t>Bank Transfer</a:t>
              </a:r>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619" name="Shape 619"/>
        <p:cNvGrpSpPr/>
        <p:nvPr/>
      </p:nvGrpSpPr>
      <p:grpSpPr>
        <a:xfrm>
          <a:off x="0" y="0"/>
          <a:ext cx="0" cy="0"/>
          <a:chOff x="0" y="0"/>
          <a:chExt cx="0" cy="0"/>
        </a:xfrm>
      </p:grpSpPr>
      <p:pic>
        <p:nvPicPr>
          <p:cNvPr id="620" name="Google Shape;620;p64"/>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621" name="Google Shape;621;p64"/>
          <p:cNvGrpSpPr/>
          <p:nvPr/>
        </p:nvGrpSpPr>
        <p:grpSpPr>
          <a:xfrm>
            <a:off x="611321" y="663118"/>
            <a:ext cx="8564529" cy="62974"/>
            <a:chOff x="0" y="0"/>
            <a:chExt cx="8564527" cy="62973"/>
          </a:xfrm>
        </p:grpSpPr>
        <p:sp>
          <p:nvSpPr>
            <p:cNvPr id="622" name="Google Shape;622;p64"/>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623" name="Google Shape;623;p64"/>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624" name="Google Shape;624;p64"/>
          <p:cNvSpPr/>
          <p:nvPr/>
        </p:nvSpPr>
        <p:spPr>
          <a:xfrm>
            <a:off x="611320" y="147380"/>
            <a:ext cx="6147619"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WALLET SEND AND REMITTANCE COUNTRIES </a:t>
            </a:r>
            <a:endParaRPr b="1" i="0" sz="2400" u="none" cap="none" strike="noStrike">
              <a:solidFill>
                <a:srgbClr val="1C4175"/>
              </a:solidFill>
              <a:latin typeface="Avenir"/>
              <a:ea typeface="Avenir"/>
              <a:cs typeface="Avenir"/>
              <a:sym typeface="Aveni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grpSp>
        <p:nvGrpSpPr>
          <p:cNvPr id="625" name="Google Shape;625;p64"/>
          <p:cNvGrpSpPr/>
          <p:nvPr/>
        </p:nvGrpSpPr>
        <p:grpSpPr>
          <a:xfrm>
            <a:off x="872768" y="1012840"/>
            <a:ext cx="7280632" cy="3552884"/>
            <a:chOff x="3173" y="2007048"/>
            <a:chExt cx="4121864" cy="1873971"/>
          </a:xfrm>
        </p:grpSpPr>
        <p:sp>
          <p:nvSpPr>
            <p:cNvPr id="626" name="Google Shape;626;p64"/>
            <p:cNvSpPr/>
            <p:nvPr/>
          </p:nvSpPr>
          <p:spPr>
            <a:xfrm>
              <a:off x="3173" y="2007048"/>
              <a:ext cx="4121864" cy="1873971"/>
            </a:xfrm>
            <a:prstGeom prst="roundRect">
              <a:avLst>
                <a:gd fmla="val 10000" name="adj"/>
              </a:avLst>
            </a:prstGeom>
            <a:solidFill>
              <a:srgbClr val="92D050"/>
            </a:solidFill>
            <a:ln cap="rnd" cmpd="sng" w="1905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27" name="Google Shape;627;p64"/>
            <p:cNvSpPr txBox="1"/>
            <p:nvPr/>
          </p:nvSpPr>
          <p:spPr>
            <a:xfrm>
              <a:off x="69883" y="2140338"/>
              <a:ext cx="4014842" cy="1702442"/>
            </a:xfrm>
            <a:prstGeom prst="rect">
              <a:avLst/>
            </a:prstGeom>
            <a:solidFill>
              <a:srgbClr val="92D050"/>
            </a:solidFill>
            <a:ln>
              <a:noFill/>
            </a:ln>
          </p:spPr>
          <p:txBody>
            <a:bodyPr anchorCtr="0" anchor="ctr" bIns="190500" lIns="190500" spcFirstLastPara="1" rIns="190500" wrap="square" tIns="190500">
              <a:noAutofit/>
            </a:bodyPr>
            <a:lstStyle/>
            <a:p>
              <a:pPr indent="0" lvl="0" marL="0" marR="0" rtl="0" algn="ctr">
                <a:lnSpc>
                  <a:spcPct val="90000"/>
                </a:lnSpc>
                <a:spcBef>
                  <a:spcPts val="0"/>
                </a:spcBef>
                <a:spcAft>
                  <a:spcPts val="0"/>
                </a:spcAft>
                <a:buClr>
                  <a:srgbClr val="FFFFFF"/>
                </a:buClr>
                <a:buSzPts val="5000"/>
                <a:buFont typeface="Arial"/>
                <a:buNone/>
              </a:pPr>
              <a:r>
                <a:rPr b="0" i="0" lang="en-GB" sz="5000" u="none" cap="none" strike="noStrike">
                  <a:solidFill>
                    <a:srgbClr val="FFFFFF"/>
                  </a:solidFill>
                  <a:latin typeface="Trebuchet MS"/>
                  <a:ea typeface="Trebuchet MS"/>
                  <a:cs typeface="Trebuchet MS"/>
                  <a:sym typeface="Trebuchet MS"/>
                </a:rPr>
                <a:t>More than 101 countries</a:t>
              </a:r>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631" name="Shape 631"/>
        <p:cNvGrpSpPr/>
        <p:nvPr/>
      </p:nvGrpSpPr>
      <p:grpSpPr>
        <a:xfrm>
          <a:off x="0" y="0"/>
          <a:ext cx="0" cy="0"/>
          <a:chOff x="0" y="0"/>
          <a:chExt cx="0" cy="0"/>
        </a:xfrm>
      </p:grpSpPr>
      <p:pic>
        <p:nvPicPr>
          <p:cNvPr id="632" name="Google Shape;632;p65"/>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633" name="Google Shape;633;p65"/>
          <p:cNvGrpSpPr/>
          <p:nvPr/>
        </p:nvGrpSpPr>
        <p:grpSpPr>
          <a:xfrm>
            <a:off x="611321" y="663118"/>
            <a:ext cx="8564529" cy="62974"/>
            <a:chOff x="0" y="0"/>
            <a:chExt cx="8564527" cy="62973"/>
          </a:xfrm>
        </p:grpSpPr>
        <p:sp>
          <p:nvSpPr>
            <p:cNvPr id="634" name="Google Shape;634;p65"/>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635" name="Google Shape;635;p65"/>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636" name="Google Shape;636;p65"/>
          <p:cNvSpPr/>
          <p:nvPr/>
        </p:nvSpPr>
        <p:spPr>
          <a:xfrm>
            <a:off x="649324" y="205257"/>
            <a:ext cx="6147619" cy="471924"/>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Wearables</a:t>
            </a:r>
            <a:endParaRPr b="1" i="0" sz="2400" u="none" cap="none" strike="noStrike">
              <a:solidFill>
                <a:srgbClr val="1C4175"/>
              </a:solidFill>
              <a:latin typeface="Avenir"/>
              <a:ea typeface="Avenir"/>
              <a:cs typeface="Avenir"/>
              <a:sym typeface="Avenir"/>
            </a:endParaRPr>
          </a:p>
        </p:txBody>
      </p:sp>
      <p:sp>
        <p:nvSpPr>
          <p:cNvPr id="637" name="Google Shape;637;p65"/>
          <p:cNvSpPr txBox="1"/>
          <p:nvPr/>
        </p:nvSpPr>
        <p:spPr>
          <a:xfrm>
            <a:off x="2294313" y="2417515"/>
            <a:ext cx="458862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 </a:t>
            </a:r>
            <a:endParaRPr/>
          </a:p>
        </p:txBody>
      </p:sp>
      <p:sp>
        <p:nvSpPr>
          <p:cNvPr id="638" name="Google Shape;638;p65"/>
          <p:cNvSpPr txBox="1"/>
          <p:nvPr/>
        </p:nvSpPr>
        <p:spPr>
          <a:xfrm>
            <a:off x="611321" y="796682"/>
            <a:ext cx="4820055" cy="396006"/>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i="0" lang="en-GB" sz="1800" u="none" cap="none" strike="noStrike">
                <a:solidFill>
                  <a:srgbClr val="0F4761"/>
                </a:solidFill>
                <a:latin typeface="Garamond"/>
                <a:ea typeface="Garamond"/>
                <a:cs typeface="Garamond"/>
                <a:sym typeface="Garamond"/>
              </a:rPr>
              <a:t>Wearables: Definition </a:t>
            </a:r>
            <a:endParaRPr/>
          </a:p>
        </p:txBody>
      </p:sp>
      <p:sp>
        <p:nvSpPr>
          <p:cNvPr id="639" name="Google Shape;639;p65"/>
          <p:cNvSpPr txBox="1"/>
          <p:nvPr/>
        </p:nvSpPr>
        <p:spPr>
          <a:xfrm>
            <a:off x="611321" y="1213515"/>
            <a:ext cx="8044999" cy="2805833"/>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n-GB" sz="2000" u="none" cap="none" strike="noStrike">
                <a:solidFill>
                  <a:srgbClr val="1A4276"/>
                </a:solidFill>
                <a:latin typeface="Trebuchet MS"/>
                <a:ea typeface="Trebuchet MS"/>
                <a:cs typeface="Trebuchet MS"/>
                <a:sym typeface="Trebuchet MS"/>
              </a:rPr>
              <a:t>What Are Wearables?</a:t>
            </a:r>
            <a:endParaRPr/>
          </a:p>
          <a:p>
            <a:pPr indent="-285750" lvl="0" marL="285750" marR="0" rtl="0" algn="l">
              <a:lnSpc>
                <a:spcPct val="150000"/>
              </a:lnSpc>
              <a:spcBef>
                <a:spcPts val="0"/>
              </a:spcBef>
              <a:spcAft>
                <a:spcPts val="0"/>
              </a:spcAft>
              <a:buClr>
                <a:srgbClr val="000000"/>
              </a:buClr>
              <a:buSzPts val="1000"/>
              <a:buFont typeface="Noto Sans Symbols"/>
              <a:buChar char="▪"/>
            </a:pPr>
            <a:r>
              <a:rPr b="0" i="0" lang="en-GB" sz="2000" u="none" cap="none" strike="noStrike">
                <a:solidFill>
                  <a:srgbClr val="1A4276"/>
                </a:solidFill>
                <a:latin typeface="Trebuchet MS"/>
                <a:ea typeface="Trebuchet MS"/>
                <a:cs typeface="Trebuchet MS"/>
                <a:sym typeface="Trebuchet MS"/>
              </a:rPr>
              <a:t>Definition:</a:t>
            </a:r>
            <a:br>
              <a:rPr b="0" i="0" lang="en-GB" sz="2000" u="none" cap="none" strike="noStrike">
                <a:solidFill>
                  <a:srgbClr val="1A4276"/>
                </a:solidFill>
                <a:latin typeface="Trebuchet MS"/>
                <a:ea typeface="Trebuchet MS"/>
                <a:cs typeface="Trebuchet MS"/>
                <a:sym typeface="Trebuchet MS"/>
              </a:rPr>
            </a:br>
            <a:r>
              <a:rPr b="0" i="0" lang="en-GB" sz="2000" u="none" cap="none" strike="noStrike">
                <a:solidFill>
                  <a:srgbClr val="1A4276"/>
                </a:solidFill>
                <a:latin typeface="Trebuchet MS"/>
                <a:ea typeface="Trebuchet MS"/>
                <a:cs typeface="Trebuchet MS"/>
                <a:sym typeface="Trebuchet MS"/>
              </a:rPr>
              <a:t>Wearables are portable, electronic devices designed to be worn on the body. They often integrate sensors, communication modules, and now, payment technologies like NFC(Near Field Communication).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3" name="Shape 643"/>
        <p:cNvGrpSpPr/>
        <p:nvPr/>
      </p:nvGrpSpPr>
      <p:grpSpPr>
        <a:xfrm>
          <a:off x="0" y="0"/>
          <a:ext cx="0" cy="0"/>
          <a:chOff x="0" y="0"/>
          <a:chExt cx="0" cy="0"/>
        </a:xfrm>
      </p:grpSpPr>
      <p:sp>
        <p:nvSpPr>
          <p:cNvPr id="644" name="Google Shape;644;p66"/>
          <p:cNvSpPr/>
          <p:nvPr/>
        </p:nvSpPr>
        <p:spPr>
          <a:xfrm>
            <a:off x="649324" y="219320"/>
            <a:ext cx="6147619" cy="841256"/>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Tap2Pay Wearables</a:t>
            </a:r>
            <a:endParaRPr b="1" i="0" sz="2400" u="none" cap="none" strike="noStrike">
              <a:solidFill>
                <a:srgbClr val="1C4175"/>
              </a:solidFill>
              <a:latin typeface="Avenir"/>
              <a:ea typeface="Avenir"/>
              <a:cs typeface="Avenir"/>
              <a:sym typeface="Avenir"/>
            </a:endParaRPr>
          </a:p>
          <a:p>
            <a:pPr indent="0" lvl="0" marL="40639" marR="40639" rtl="0" algn="l">
              <a:lnSpc>
                <a:spcPct val="100000"/>
              </a:lnSpc>
              <a:spcBef>
                <a:spcPts val="0"/>
              </a:spcBef>
              <a:spcAft>
                <a:spcPts val="0"/>
              </a:spcAft>
              <a:buClr>
                <a:srgbClr val="1C4175"/>
              </a:buClr>
              <a:buSzPts val="2400"/>
              <a:buFont typeface="Avenir"/>
              <a:buNone/>
            </a:pPr>
            <a:r>
              <a:rPr b="1" i="0" lang="en-GB" sz="2400" u="none" cap="none" strike="noStrike">
                <a:solidFill>
                  <a:srgbClr val="1C4175"/>
                </a:solidFill>
                <a:latin typeface="Avenir"/>
                <a:ea typeface="Avenir"/>
                <a:cs typeface="Avenir"/>
                <a:sym typeface="Avenir"/>
              </a:rPr>
              <a:t> </a:t>
            </a:r>
            <a:endParaRPr/>
          </a:p>
        </p:txBody>
      </p:sp>
      <p:grpSp>
        <p:nvGrpSpPr>
          <p:cNvPr id="645" name="Google Shape;645;p66"/>
          <p:cNvGrpSpPr/>
          <p:nvPr/>
        </p:nvGrpSpPr>
        <p:grpSpPr>
          <a:xfrm>
            <a:off x="611321" y="663118"/>
            <a:ext cx="8564529" cy="62974"/>
            <a:chOff x="0" y="0"/>
            <a:chExt cx="8564527" cy="62973"/>
          </a:xfrm>
        </p:grpSpPr>
        <p:sp>
          <p:nvSpPr>
            <p:cNvPr id="646" name="Google Shape;646;p66"/>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647" name="Google Shape;647;p66"/>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pic>
        <p:nvPicPr>
          <p:cNvPr id="648" name="Google Shape;648;p66"/>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pic>
        <p:nvPicPr>
          <p:cNvPr id="649" name="Google Shape;649;p66"/>
          <p:cNvPicPr preferRelativeResize="0"/>
          <p:nvPr/>
        </p:nvPicPr>
        <p:blipFill rotWithShape="1">
          <a:blip r:embed="rId4">
            <a:alphaModFix/>
          </a:blip>
          <a:srcRect b="0" l="0" r="0" t="0"/>
          <a:stretch/>
        </p:blipFill>
        <p:spPr>
          <a:xfrm>
            <a:off x="3081251" y="890175"/>
            <a:ext cx="5413425" cy="3945847"/>
          </a:xfrm>
          <a:prstGeom prst="rect">
            <a:avLst/>
          </a:prstGeom>
          <a:noFill/>
          <a:ln>
            <a:noFill/>
          </a:ln>
        </p:spPr>
      </p:pic>
      <p:sp>
        <p:nvSpPr>
          <p:cNvPr id="650" name="Google Shape;650;p66"/>
          <p:cNvSpPr txBox="1"/>
          <p:nvPr>
            <p:ph type="title"/>
          </p:nvPr>
        </p:nvSpPr>
        <p:spPr>
          <a:xfrm>
            <a:off x="211964" y="2571750"/>
            <a:ext cx="2946874" cy="664541"/>
          </a:xfrm>
          <a:prstGeom prst="rect">
            <a:avLst/>
          </a:prstGeom>
          <a:noFill/>
          <a:ln>
            <a:noFill/>
          </a:ln>
        </p:spPr>
        <p:txBody>
          <a:bodyPr anchorCtr="0" anchor="ctr" bIns="45700" lIns="91425" spcFirstLastPara="1" rIns="91425" wrap="square" tIns="45700">
            <a:normAutofit fontScale="90000"/>
          </a:bodyPr>
          <a:lstStyle/>
          <a:p>
            <a:pPr indent="0" lvl="0" marL="0" marR="0" rtl="0" algn="l">
              <a:lnSpc>
                <a:spcPct val="115000"/>
              </a:lnSpc>
              <a:spcBef>
                <a:spcPts val="0"/>
              </a:spcBef>
              <a:spcAft>
                <a:spcPts val="0"/>
              </a:spcAft>
              <a:buClr>
                <a:srgbClr val="0F4761"/>
              </a:buClr>
              <a:buSzPct val="100000"/>
              <a:buFont typeface="Garamond"/>
              <a:buNone/>
            </a:pPr>
            <a:r>
              <a:rPr b="1" i="0" lang="en-GB" sz="2400" u="none" cap="none" strike="noStrike">
                <a:solidFill>
                  <a:srgbClr val="0F4761"/>
                </a:solidFill>
                <a:latin typeface="Garamond"/>
                <a:ea typeface="Garamond"/>
                <a:cs typeface="Garamond"/>
                <a:sym typeface="Garamond"/>
              </a:rPr>
              <a:t>Wearable Products</a:t>
            </a:r>
            <a:br>
              <a:rPr b="1" i="0" lang="en-GB" sz="2400" u="none" cap="none" strike="noStrike">
                <a:solidFill>
                  <a:srgbClr val="0F4761"/>
                </a:solidFill>
                <a:latin typeface="Garamond"/>
                <a:ea typeface="Garamond"/>
                <a:cs typeface="Garamond"/>
                <a:sym typeface="Garamond"/>
              </a:rPr>
            </a:b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654" name="Shape 654"/>
        <p:cNvGrpSpPr/>
        <p:nvPr/>
      </p:nvGrpSpPr>
      <p:grpSpPr>
        <a:xfrm>
          <a:off x="0" y="0"/>
          <a:ext cx="0" cy="0"/>
          <a:chOff x="0" y="0"/>
          <a:chExt cx="0" cy="0"/>
        </a:xfrm>
      </p:grpSpPr>
      <p:pic>
        <p:nvPicPr>
          <p:cNvPr id="655" name="Google Shape;655;p67"/>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656" name="Google Shape;656;p67"/>
          <p:cNvGrpSpPr/>
          <p:nvPr/>
        </p:nvGrpSpPr>
        <p:grpSpPr>
          <a:xfrm>
            <a:off x="611321" y="663118"/>
            <a:ext cx="8564529" cy="62974"/>
            <a:chOff x="0" y="0"/>
            <a:chExt cx="8564527" cy="62973"/>
          </a:xfrm>
        </p:grpSpPr>
        <p:sp>
          <p:nvSpPr>
            <p:cNvPr id="657" name="Google Shape;657;p67"/>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658" name="Google Shape;658;p67"/>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659" name="Google Shape;659;p67"/>
          <p:cNvSpPr/>
          <p:nvPr/>
        </p:nvSpPr>
        <p:spPr>
          <a:xfrm>
            <a:off x="649324" y="205257"/>
            <a:ext cx="6147619" cy="471924"/>
          </a:xfrm>
          <a:prstGeom prst="rect">
            <a:avLst/>
          </a:prstGeom>
          <a:noFill/>
          <a:ln>
            <a:noFill/>
          </a:ln>
        </p:spPr>
        <p:txBody>
          <a:bodyPr anchorCtr="0" anchor="ctr" bIns="50800" lIns="50800" spcFirstLastPara="1" rIns="50800" wrap="square" tIns="50800">
            <a:spAutoFit/>
          </a:bodyPr>
          <a:lstStyle/>
          <a:p>
            <a:pPr indent="0" lvl="0" marL="40639" marR="40639" rtl="0" algn="l">
              <a:lnSpc>
                <a:spcPct val="100000"/>
              </a:lnSpc>
              <a:spcBef>
                <a:spcPts val="0"/>
              </a:spcBef>
              <a:spcAft>
                <a:spcPts val="0"/>
              </a:spcAft>
              <a:buClr>
                <a:srgbClr val="1C4175"/>
              </a:buClr>
              <a:buSzPts val="2400"/>
              <a:buFont typeface="Avenir"/>
              <a:buNone/>
            </a:pPr>
            <a:r>
              <a:rPr b="1" lang="en-GB" sz="2400">
                <a:solidFill>
                  <a:srgbClr val="1C4175"/>
                </a:solidFill>
                <a:latin typeface="Avenir"/>
                <a:ea typeface="Avenir"/>
                <a:cs typeface="Avenir"/>
                <a:sym typeface="Avenir"/>
              </a:rPr>
              <a:t>Payment Gateways</a:t>
            </a:r>
            <a:endParaRPr b="1" i="0" sz="2400" u="none" cap="none" strike="noStrike">
              <a:solidFill>
                <a:srgbClr val="1C4175"/>
              </a:solidFill>
              <a:latin typeface="Avenir"/>
              <a:ea typeface="Avenir"/>
              <a:cs typeface="Avenir"/>
              <a:sym typeface="Avenir"/>
            </a:endParaRPr>
          </a:p>
        </p:txBody>
      </p:sp>
      <p:sp>
        <p:nvSpPr>
          <p:cNvPr id="660" name="Google Shape;660;p67"/>
          <p:cNvSpPr txBox="1"/>
          <p:nvPr/>
        </p:nvSpPr>
        <p:spPr>
          <a:xfrm>
            <a:off x="2294313" y="2417515"/>
            <a:ext cx="458862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 </a:t>
            </a:r>
            <a:endParaRPr/>
          </a:p>
        </p:txBody>
      </p:sp>
      <p:sp>
        <p:nvSpPr>
          <p:cNvPr id="661" name="Google Shape;661;p67"/>
          <p:cNvSpPr txBox="1"/>
          <p:nvPr/>
        </p:nvSpPr>
        <p:spPr>
          <a:xfrm>
            <a:off x="611321" y="796682"/>
            <a:ext cx="6714963" cy="396006"/>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i="0" lang="en-GB" sz="1800" u="none" cap="none" strike="noStrike">
                <a:solidFill>
                  <a:srgbClr val="0F4761"/>
                </a:solidFill>
                <a:latin typeface="Garamond"/>
                <a:ea typeface="Garamond"/>
                <a:cs typeface="Garamond"/>
                <a:sym typeface="Garamond"/>
              </a:rPr>
              <a:t>Overview of (Mastercard Payment Gateway Services ) MPGS</a:t>
            </a:r>
            <a:endParaRPr/>
          </a:p>
        </p:txBody>
      </p:sp>
      <p:sp>
        <p:nvSpPr>
          <p:cNvPr id="662" name="Google Shape;662;p67"/>
          <p:cNvSpPr txBox="1"/>
          <p:nvPr/>
        </p:nvSpPr>
        <p:spPr>
          <a:xfrm>
            <a:off x="611321" y="1324165"/>
            <a:ext cx="8044999" cy="2996141"/>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n-GB" sz="2000" u="none" cap="none" strike="noStrike">
                <a:solidFill>
                  <a:srgbClr val="1A4276"/>
                </a:solidFill>
                <a:latin typeface="Trebuchet MS"/>
                <a:ea typeface="Trebuchet MS"/>
                <a:cs typeface="Trebuchet MS"/>
                <a:sym typeface="Trebuchet MS"/>
              </a:rPr>
              <a:t>What Is MPGS?</a:t>
            </a:r>
            <a:endParaRPr/>
          </a:p>
          <a:p>
            <a:pPr indent="-285750" lvl="0" marL="285750" marR="0" rtl="0" algn="l">
              <a:lnSpc>
                <a:spcPct val="150000"/>
              </a:lnSpc>
              <a:spcBef>
                <a:spcPts val="0"/>
              </a:spcBef>
              <a:spcAft>
                <a:spcPts val="0"/>
              </a:spcAft>
              <a:buClr>
                <a:srgbClr val="000000"/>
              </a:buClr>
              <a:buSzPts val="1000"/>
              <a:buFont typeface="Noto Sans Symbols"/>
              <a:buChar char="▪"/>
            </a:pPr>
            <a:r>
              <a:rPr b="0" i="0" lang="en-GB" sz="1800" u="none" cap="none" strike="noStrike">
                <a:solidFill>
                  <a:srgbClr val="1A4276"/>
                </a:solidFill>
                <a:latin typeface="Trebuchet MS"/>
                <a:ea typeface="Trebuchet MS"/>
                <a:cs typeface="Trebuchet MS"/>
                <a:sym typeface="Trebuchet MS"/>
              </a:rPr>
              <a:t>Global payment processing platform</a:t>
            </a:r>
            <a:endParaRPr/>
          </a:p>
          <a:p>
            <a:pPr indent="-285750" lvl="0" marL="285750" marR="0" rtl="0" algn="l">
              <a:lnSpc>
                <a:spcPct val="150000"/>
              </a:lnSpc>
              <a:spcBef>
                <a:spcPts val="0"/>
              </a:spcBef>
              <a:spcAft>
                <a:spcPts val="0"/>
              </a:spcAft>
              <a:buClr>
                <a:srgbClr val="000000"/>
              </a:buClr>
              <a:buSzPts val="1000"/>
              <a:buFont typeface="Noto Sans Symbols"/>
              <a:buChar char="▪"/>
            </a:pPr>
            <a:r>
              <a:rPr b="0" i="0" lang="en-GB" sz="1800" u="none" cap="none" strike="noStrike">
                <a:solidFill>
                  <a:srgbClr val="1A4276"/>
                </a:solidFill>
                <a:latin typeface="Trebuchet MS"/>
                <a:ea typeface="Trebuchet MS"/>
                <a:cs typeface="Trebuchet MS"/>
                <a:sym typeface="Trebuchet MS"/>
              </a:rPr>
              <a:t>Operates in over 170 countries </a:t>
            </a:r>
            <a:endParaRPr/>
          </a:p>
          <a:p>
            <a:pPr indent="-285750" lvl="0" marL="285750" marR="0" rtl="0" algn="l">
              <a:lnSpc>
                <a:spcPct val="150000"/>
              </a:lnSpc>
              <a:spcBef>
                <a:spcPts val="0"/>
              </a:spcBef>
              <a:spcAft>
                <a:spcPts val="0"/>
              </a:spcAft>
              <a:buClr>
                <a:srgbClr val="000000"/>
              </a:buClr>
              <a:buSzPts val="1000"/>
              <a:buFont typeface="Noto Sans Symbols"/>
              <a:buChar char="▪"/>
            </a:pPr>
            <a:r>
              <a:rPr b="0" i="0" lang="en-GB" sz="1800" u="none" cap="none" strike="noStrike">
                <a:solidFill>
                  <a:srgbClr val="1A4276"/>
                </a:solidFill>
                <a:latin typeface="Trebuchet MS"/>
                <a:ea typeface="Trebuchet MS"/>
                <a:cs typeface="Trebuchet MS"/>
                <a:sym typeface="Trebuchet MS"/>
              </a:rPr>
              <a:t>Supports +200 acquire connections </a:t>
            </a:r>
            <a:endParaRPr/>
          </a:p>
          <a:p>
            <a:pPr indent="-285750" lvl="0" marL="285750" marR="0" rtl="0" algn="l">
              <a:lnSpc>
                <a:spcPct val="150000"/>
              </a:lnSpc>
              <a:spcBef>
                <a:spcPts val="0"/>
              </a:spcBef>
              <a:spcAft>
                <a:spcPts val="0"/>
              </a:spcAft>
              <a:buClr>
                <a:srgbClr val="000000"/>
              </a:buClr>
              <a:buSzPts val="1000"/>
              <a:buFont typeface="Noto Sans Symbols"/>
              <a:buChar char="▪"/>
            </a:pPr>
            <a:r>
              <a:rPr b="0" i="0" lang="en-GB" sz="1800" u="none" cap="none" strike="noStrike">
                <a:solidFill>
                  <a:srgbClr val="1A4276"/>
                </a:solidFill>
                <a:latin typeface="Trebuchet MS"/>
                <a:ea typeface="Trebuchet MS"/>
                <a:cs typeface="Trebuchet MS"/>
                <a:sym typeface="Trebuchet MS"/>
              </a:rPr>
              <a:t>Processes Billion of transactions annually</a:t>
            </a:r>
            <a:endParaRPr/>
          </a:p>
          <a:p>
            <a:pPr indent="-285750" lvl="0" marL="285750" marR="0" rtl="0" algn="l">
              <a:lnSpc>
                <a:spcPct val="150000"/>
              </a:lnSpc>
              <a:spcBef>
                <a:spcPts val="0"/>
              </a:spcBef>
              <a:spcAft>
                <a:spcPts val="0"/>
              </a:spcAft>
              <a:buClr>
                <a:srgbClr val="000000"/>
              </a:buClr>
              <a:buSzPts val="1000"/>
              <a:buFont typeface="Noto Sans Symbols"/>
              <a:buChar char="▪"/>
            </a:pPr>
            <a:r>
              <a:rPr b="0" i="0" lang="en-GB" sz="1800" u="none" cap="none" strike="noStrike">
                <a:solidFill>
                  <a:srgbClr val="1A4276"/>
                </a:solidFill>
                <a:latin typeface="Trebuchet MS"/>
                <a:ea typeface="Trebuchet MS"/>
                <a:cs typeface="Trebuchet MS"/>
                <a:sym typeface="Trebuchet MS"/>
              </a:rPr>
              <a:t>Serves: Fraud prevention, PCI compliance, Multi payment methods</a:t>
            </a:r>
            <a:endParaRPr/>
          </a:p>
          <a:p>
            <a:pPr indent="-285750" lvl="0" marL="285750" marR="0" rtl="0" algn="l">
              <a:lnSpc>
                <a:spcPct val="150000"/>
              </a:lnSpc>
              <a:spcBef>
                <a:spcPts val="0"/>
              </a:spcBef>
              <a:spcAft>
                <a:spcPts val="0"/>
              </a:spcAft>
              <a:buClr>
                <a:srgbClr val="000000"/>
              </a:buClr>
              <a:buSzPts val="1000"/>
              <a:buFont typeface="Noto Sans Symbols"/>
              <a:buChar char="▪"/>
            </a:pPr>
            <a:r>
              <a:rPr b="0" i="0" lang="en-GB" sz="1800" u="none" cap="none" strike="noStrike">
                <a:solidFill>
                  <a:srgbClr val="1A4276"/>
                </a:solidFill>
                <a:latin typeface="Trebuchet MS"/>
                <a:ea typeface="Trebuchet MS"/>
                <a:cs typeface="Trebuchet MS"/>
                <a:sym typeface="Trebuchet MS"/>
              </a:rPr>
              <a:t>Hight uptime, multi language, muti Currence support </a:t>
            </a:r>
            <a:endParaRPr b="0" i="0" sz="2000" u="none" cap="none" strike="noStrike">
              <a:solidFill>
                <a:srgbClr val="1A4276"/>
              </a:solidFill>
              <a:latin typeface="Trebuchet MS"/>
              <a:ea typeface="Trebuchet MS"/>
              <a:cs typeface="Trebuchet MS"/>
              <a:sym typeface="Trebuchet M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1F5"/>
        </a:solidFill>
      </p:bgPr>
    </p:bg>
    <p:spTree>
      <p:nvGrpSpPr>
        <p:cNvPr id="666" name="Shape 666"/>
        <p:cNvGrpSpPr/>
        <p:nvPr/>
      </p:nvGrpSpPr>
      <p:grpSpPr>
        <a:xfrm>
          <a:off x="0" y="0"/>
          <a:ext cx="0" cy="0"/>
          <a:chOff x="0" y="0"/>
          <a:chExt cx="0" cy="0"/>
        </a:xfrm>
      </p:grpSpPr>
      <p:pic>
        <p:nvPicPr>
          <p:cNvPr id="667" name="Google Shape;667;p68"/>
          <p:cNvPicPr preferRelativeResize="0"/>
          <p:nvPr/>
        </p:nvPicPr>
        <p:blipFill rotWithShape="1">
          <a:blip r:embed="rId3">
            <a:alphaModFix/>
          </a:blip>
          <a:srcRect b="0" l="0" r="0" t="0"/>
          <a:stretch/>
        </p:blipFill>
        <p:spPr>
          <a:xfrm>
            <a:off x="8316630" y="173255"/>
            <a:ext cx="638458" cy="394753"/>
          </a:xfrm>
          <a:prstGeom prst="rect">
            <a:avLst/>
          </a:prstGeom>
          <a:noFill/>
          <a:ln>
            <a:noFill/>
          </a:ln>
        </p:spPr>
      </p:pic>
      <p:grpSp>
        <p:nvGrpSpPr>
          <p:cNvPr id="668" name="Google Shape;668;p68"/>
          <p:cNvGrpSpPr/>
          <p:nvPr/>
        </p:nvGrpSpPr>
        <p:grpSpPr>
          <a:xfrm>
            <a:off x="611321" y="663118"/>
            <a:ext cx="8564529" cy="62974"/>
            <a:chOff x="0" y="0"/>
            <a:chExt cx="8564527" cy="62973"/>
          </a:xfrm>
        </p:grpSpPr>
        <p:sp>
          <p:nvSpPr>
            <p:cNvPr id="669" name="Google Shape;669;p68"/>
            <p:cNvSpPr/>
            <p:nvPr/>
          </p:nvSpPr>
          <p:spPr>
            <a:xfrm>
              <a:off x="2345" y="0"/>
              <a:ext cx="8562182" cy="62973"/>
            </a:xfrm>
            <a:prstGeom prst="rect">
              <a:avLst/>
            </a:prstGeom>
            <a:solidFill>
              <a:srgbClr val="9EBF53"/>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sp>
          <p:nvSpPr>
            <p:cNvPr id="670" name="Google Shape;670;p68"/>
            <p:cNvSpPr/>
            <p:nvPr/>
          </p:nvSpPr>
          <p:spPr>
            <a:xfrm>
              <a:off x="0" y="24204"/>
              <a:ext cx="8543154" cy="38282"/>
            </a:xfrm>
            <a:prstGeom prst="rect">
              <a:avLst/>
            </a:prstGeom>
            <a:solidFill>
              <a:srgbClr val="1A4276"/>
            </a:solidFill>
            <a:ln>
              <a:noFill/>
            </a:ln>
          </p:spPr>
          <p:txBody>
            <a:bodyPr anchorCtr="0" anchor="ctr" bIns="50800" lIns="50800" spcFirstLastPara="1" rIns="50800" wrap="square" tIns="50800">
              <a:noAutofit/>
            </a:bodyPr>
            <a:lstStyle/>
            <a:p>
              <a:pPr indent="0" lvl="0" marL="40639" marR="40639" rtl="0" algn="ctr">
                <a:lnSpc>
                  <a:spcPct val="100000"/>
                </a:lnSpc>
                <a:spcBef>
                  <a:spcPts val="0"/>
                </a:spcBef>
                <a:spcAft>
                  <a:spcPts val="0"/>
                </a:spcAft>
                <a:buClr>
                  <a:srgbClr val="000000"/>
                </a:buClr>
                <a:buSzPts val="4200"/>
                <a:buFont typeface="Gill Sans"/>
                <a:buNone/>
              </a:pPr>
              <a:r>
                <a:t/>
              </a:r>
              <a:endParaRPr b="0" i="0" sz="4200" u="none" cap="none" strike="noStrike">
                <a:solidFill>
                  <a:srgbClr val="000000"/>
                </a:solidFill>
                <a:latin typeface="Gill Sans"/>
                <a:ea typeface="Gill Sans"/>
                <a:cs typeface="Gill Sans"/>
                <a:sym typeface="Gill Sans"/>
              </a:endParaRPr>
            </a:p>
          </p:txBody>
        </p:sp>
      </p:grpSp>
      <p:sp>
        <p:nvSpPr>
          <p:cNvPr id="671" name="Google Shape;671;p68"/>
          <p:cNvSpPr/>
          <p:nvPr/>
        </p:nvSpPr>
        <p:spPr>
          <a:xfrm>
            <a:off x="2385060" y="-85579"/>
            <a:ext cx="2497839" cy="1210588"/>
          </a:xfrm>
          <a:prstGeom prst="rect">
            <a:avLst/>
          </a:prstGeom>
          <a:noFill/>
          <a:ln>
            <a:noFill/>
          </a:ln>
        </p:spPr>
        <p:txBody>
          <a:bodyPr anchorCtr="0" anchor="ctr" bIns="50800" lIns="50800" spcFirstLastPara="1" rIns="50800" wrap="square" tIns="50800">
            <a:spAutoFit/>
          </a:bodyPr>
          <a:lstStyle/>
          <a:p>
            <a:pPr indent="0" lvl="0" marL="40639" marR="40639" rtl="0" algn="ctr">
              <a:lnSpc>
                <a:spcPct val="100000"/>
              </a:lnSpc>
              <a:spcBef>
                <a:spcPts val="0"/>
              </a:spcBef>
              <a:spcAft>
                <a:spcPts val="0"/>
              </a:spcAft>
              <a:buClr>
                <a:srgbClr val="1C4175"/>
              </a:buClr>
              <a:buSzPts val="2400"/>
              <a:buFont typeface="Avenir"/>
              <a:buNone/>
            </a:pPr>
            <a:r>
              <a:rPr b="1" i="0" lang="en-GB" sz="3600" u="none" cap="none" strike="noStrike">
                <a:solidFill>
                  <a:srgbClr val="1C4175"/>
                </a:solidFill>
                <a:latin typeface="Avenir"/>
                <a:ea typeface="Avenir"/>
                <a:cs typeface="Avenir"/>
                <a:sym typeface="Avenir"/>
              </a:rPr>
              <a:t>Q&amp;A</a:t>
            </a:r>
            <a:endParaRPr b="1" i="0" sz="3600" u="none" cap="none" strike="noStrike">
              <a:solidFill>
                <a:srgbClr val="1C4175"/>
              </a:solidFill>
              <a:latin typeface="Avenir"/>
              <a:ea typeface="Avenir"/>
              <a:cs typeface="Avenir"/>
              <a:sym typeface="Avenir"/>
            </a:endParaRPr>
          </a:p>
          <a:p>
            <a:pPr indent="0" lvl="0" marL="40639" marR="40639" rtl="0" algn="ctr">
              <a:lnSpc>
                <a:spcPct val="100000"/>
              </a:lnSpc>
              <a:spcBef>
                <a:spcPts val="0"/>
              </a:spcBef>
              <a:spcAft>
                <a:spcPts val="0"/>
              </a:spcAft>
              <a:buClr>
                <a:srgbClr val="1C4175"/>
              </a:buClr>
              <a:buSzPts val="2400"/>
              <a:buFont typeface="Avenir"/>
              <a:buNone/>
            </a:pPr>
            <a:r>
              <a:rPr b="1" i="0" lang="en-GB" sz="3600" u="none" cap="none" strike="noStrike">
                <a:solidFill>
                  <a:srgbClr val="1C4175"/>
                </a:solidFill>
                <a:latin typeface="Avenir"/>
                <a:ea typeface="Avenir"/>
                <a:cs typeface="Avenir"/>
                <a:sym typeface="Avenir"/>
              </a:rPr>
              <a:t> </a:t>
            </a:r>
            <a:endParaRPr/>
          </a:p>
        </p:txBody>
      </p:sp>
      <p:grpSp>
        <p:nvGrpSpPr>
          <p:cNvPr id="672" name="Google Shape;672;p68"/>
          <p:cNvGrpSpPr/>
          <p:nvPr/>
        </p:nvGrpSpPr>
        <p:grpSpPr>
          <a:xfrm>
            <a:off x="872768" y="1012840"/>
            <a:ext cx="7280632" cy="3552884"/>
            <a:chOff x="3173" y="2007048"/>
            <a:chExt cx="4121864" cy="1873971"/>
          </a:xfrm>
        </p:grpSpPr>
        <p:sp>
          <p:nvSpPr>
            <p:cNvPr id="673" name="Google Shape;673;p68"/>
            <p:cNvSpPr/>
            <p:nvPr/>
          </p:nvSpPr>
          <p:spPr>
            <a:xfrm>
              <a:off x="3173" y="2007048"/>
              <a:ext cx="4121864" cy="1873971"/>
            </a:xfrm>
            <a:prstGeom prst="roundRect">
              <a:avLst>
                <a:gd fmla="val 10000" name="adj"/>
              </a:avLst>
            </a:prstGeom>
            <a:solidFill>
              <a:srgbClr val="92D050"/>
            </a:solidFill>
            <a:ln cap="rnd" cmpd="sng" w="1905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4" name="Google Shape;674;p68"/>
            <p:cNvSpPr txBox="1"/>
            <p:nvPr/>
          </p:nvSpPr>
          <p:spPr>
            <a:xfrm>
              <a:off x="69883" y="2140338"/>
              <a:ext cx="4014842" cy="1702442"/>
            </a:xfrm>
            <a:prstGeom prst="rect">
              <a:avLst/>
            </a:prstGeom>
            <a:solidFill>
              <a:srgbClr val="92D050"/>
            </a:solidFill>
            <a:ln>
              <a:noFill/>
            </a:ln>
          </p:spPr>
          <p:txBody>
            <a:bodyPr anchorCtr="0" anchor="ctr" bIns="190500" lIns="190500" spcFirstLastPara="1" rIns="190500" wrap="square" tIns="190500">
              <a:noAutofit/>
            </a:bodyPr>
            <a:lstStyle/>
            <a:p>
              <a:pPr indent="0" lvl="0" marL="0" marR="0" rtl="0" algn="ctr">
                <a:lnSpc>
                  <a:spcPct val="90000"/>
                </a:lnSpc>
                <a:spcBef>
                  <a:spcPts val="0"/>
                </a:spcBef>
                <a:spcAft>
                  <a:spcPts val="0"/>
                </a:spcAft>
                <a:buClr>
                  <a:srgbClr val="000000"/>
                </a:buClr>
                <a:buSzPts val="5000"/>
                <a:buFont typeface="Arial"/>
                <a:buNone/>
              </a:pPr>
              <a:r>
                <a:t/>
              </a:r>
              <a:endParaRPr b="0" i="0" sz="5000" u="none" cap="none" strike="noStrike">
                <a:solidFill>
                  <a:srgbClr val="FFFFFF"/>
                </a:solidFill>
                <a:latin typeface="Trebuchet MS"/>
                <a:ea typeface="Trebuchet MS"/>
                <a:cs typeface="Trebuchet MS"/>
                <a:sym typeface="Trebuchet MS"/>
              </a:endParaRPr>
            </a:p>
          </p:txBody>
        </p:sp>
      </p:grpSp>
      <p:pic>
        <p:nvPicPr>
          <p:cNvPr id="675" name="Google Shape;675;p68"/>
          <p:cNvPicPr preferRelativeResize="0"/>
          <p:nvPr/>
        </p:nvPicPr>
        <p:blipFill rotWithShape="1">
          <a:blip r:embed="rId4">
            <a:alphaModFix/>
          </a:blip>
          <a:srcRect b="0" l="0" r="0" t="0"/>
          <a:stretch/>
        </p:blipFill>
        <p:spPr>
          <a:xfrm>
            <a:off x="1882140" y="1496453"/>
            <a:ext cx="4936574" cy="248369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4276"/>
        </a:solidFill>
      </p:bgPr>
    </p:bg>
    <p:spTree>
      <p:nvGrpSpPr>
        <p:cNvPr id="679" name="Shape 679"/>
        <p:cNvGrpSpPr/>
        <p:nvPr/>
      </p:nvGrpSpPr>
      <p:grpSpPr>
        <a:xfrm>
          <a:off x="0" y="0"/>
          <a:ext cx="0" cy="0"/>
          <a:chOff x="0" y="0"/>
          <a:chExt cx="0" cy="0"/>
        </a:xfrm>
      </p:grpSpPr>
      <p:sp>
        <p:nvSpPr>
          <p:cNvPr id="680" name="Google Shape;680;p22"/>
          <p:cNvSpPr/>
          <p:nvPr/>
        </p:nvSpPr>
        <p:spPr>
          <a:xfrm>
            <a:off x="1403290" y="2170006"/>
            <a:ext cx="6337420" cy="1003301"/>
          </a:xfrm>
          <a:prstGeom prst="rect">
            <a:avLst/>
          </a:prstGeom>
          <a:noFill/>
          <a:ln>
            <a:noFill/>
          </a:ln>
        </p:spPr>
        <p:txBody>
          <a:bodyPr anchorCtr="0" anchor="ctr" bIns="50800" lIns="50800" spcFirstLastPara="1" rIns="50800" wrap="square" tIns="50800">
            <a:spAutoFit/>
          </a:bodyPr>
          <a:lstStyle/>
          <a:p>
            <a:pPr indent="0" lvl="0" marL="40639" marR="40639" rtl="0" algn="ctr">
              <a:lnSpc>
                <a:spcPct val="100000"/>
              </a:lnSpc>
              <a:spcBef>
                <a:spcPts val="0"/>
              </a:spcBef>
              <a:spcAft>
                <a:spcPts val="0"/>
              </a:spcAft>
              <a:buClr>
                <a:srgbClr val="9BB95A"/>
              </a:buClr>
              <a:buSzPts val="5200"/>
              <a:buFont typeface="Avenir"/>
              <a:buNone/>
            </a:pPr>
            <a:r>
              <a:rPr b="0" i="1" lang="en-GB" sz="5200" u="none" cap="none" strike="noStrike">
                <a:solidFill>
                  <a:srgbClr val="9BB95A"/>
                </a:solidFill>
                <a:latin typeface="Avenir"/>
                <a:ea typeface="Avenir"/>
                <a:cs typeface="Avenir"/>
                <a:sym typeface="Avenir"/>
              </a:rPr>
              <a:t>Thank You!</a:t>
            </a:r>
            <a:endParaRPr b="0" i="0" sz="1400" u="none" cap="none" strike="noStrike">
              <a:solidFill>
                <a:srgbClr val="000000"/>
              </a:solidFill>
              <a:latin typeface="Arial"/>
              <a:ea typeface="Arial"/>
              <a:cs typeface="Arial"/>
              <a:sym typeface="Arial"/>
            </a:endParaRPr>
          </a:p>
        </p:txBody>
      </p:sp>
      <p:pic>
        <p:nvPicPr>
          <p:cNvPr id="681" name="Google Shape;681;p22"/>
          <p:cNvPicPr preferRelativeResize="0"/>
          <p:nvPr/>
        </p:nvPicPr>
        <p:blipFill rotWithShape="1">
          <a:blip r:embed="rId3">
            <a:alphaModFix/>
          </a:blip>
          <a:srcRect b="0" l="0" r="0" t="0"/>
          <a:stretch/>
        </p:blipFill>
        <p:spPr>
          <a:xfrm>
            <a:off x="3899805" y="759506"/>
            <a:ext cx="1344389" cy="814058"/>
          </a:xfrm>
          <a:prstGeom prst="rect">
            <a:avLst/>
          </a:prstGeom>
          <a:noFill/>
          <a:ln>
            <a:noFill/>
          </a:ln>
        </p:spPr>
      </p:pic>
      <p:sp>
        <p:nvSpPr>
          <p:cNvPr id="682" name="Google Shape;682;p22"/>
          <p:cNvSpPr txBox="1"/>
          <p:nvPr/>
        </p:nvSpPr>
        <p:spPr>
          <a:xfrm>
            <a:off x="3275811" y="3027114"/>
            <a:ext cx="2592376" cy="410369"/>
          </a:xfrm>
          <a:prstGeom prst="rect">
            <a:avLst/>
          </a:prstGeom>
          <a:noFill/>
          <a:ln>
            <a:noFill/>
          </a:ln>
        </p:spPr>
        <p:txBody>
          <a:bodyPr anchorCtr="0" anchor="ctr" bIns="50800" lIns="50800" spcFirstLastPara="1" rIns="50800" wrap="square" tIns="50800">
            <a:spAutoFit/>
          </a:bodyPr>
          <a:lstStyle/>
          <a:p>
            <a:pPr indent="0" lvl="0" marL="40639" marR="40639" rtl="0" algn="ctr">
              <a:lnSpc>
                <a:spcPct val="100000"/>
              </a:lnSpc>
              <a:spcBef>
                <a:spcPts val="0"/>
              </a:spcBef>
              <a:spcAft>
                <a:spcPts val="0"/>
              </a:spcAft>
              <a:buClr>
                <a:schemeClr val="lt1"/>
              </a:buClr>
              <a:buSzPts val="2000"/>
              <a:buFont typeface="Avenir"/>
              <a:buNone/>
            </a:pPr>
            <a:r>
              <a:rPr b="0" i="0" lang="en-GB" sz="2000" u="none" cap="none" strike="noStrike">
                <a:solidFill>
                  <a:schemeClr val="lt1"/>
                </a:solidFill>
                <a:latin typeface="Avenir"/>
                <a:ea typeface="Avenir"/>
                <a:cs typeface="Avenir"/>
                <a:sym typeface="Avenir"/>
              </a:rPr>
              <a:t>www.premierbank.so</a:t>
            </a:r>
            <a:endParaRPr b="0" i="0" sz="2000" u="none" cap="none" strike="noStrike">
              <a:solidFill>
                <a:schemeClr val="lt1"/>
              </a:solidFill>
              <a:latin typeface="Avenir"/>
              <a:ea typeface="Avenir"/>
              <a:cs typeface="Avenir"/>
              <a:sym typeface="Aveni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EFE"/>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Mahat</dc:creator>
</cp:coreProperties>
</file>